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9.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0.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887b12a12d646d8" /><Relationship Type="http://schemas.openxmlformats.org/officeDocument/2006/relationships/extended-properties" Target="/docProps/app.xml" Id="R7daf150dc29f47c6" /><Relationship Type="http://schemas.openxmlformats.org/officeDocument/2006/relationships/officeDocument" Target="/ppt/presentation.xml" Id="R7e7fe80904fa46f1" /></Relationships>
</file>

<file path=ppt/presentation.xml><?xml version="1.0" encoding="utf-8"?>
<p:presentation xmlns:p="http://schemas.openxmlformats.org/presentationml/2006/main">
  <p:sldMasterIdLst>
    <p:sldMasterId xmlns:r="http://schemas.openxmlformats.org/officeDocument/2006/relationships" id="2147483648" r:id="Rb56f4ead319942a0"/>
  </p:sldMasterIdLst>
  <p:notesMasterIdLst>
    <p:notesMasterId xmlns:r="http://schemas.openxmlformats.org/officeDocument/2006/relationships" r:id="R022d33fe66b64d33"/>
  </p:notesMasterIdLst>
  <p:sldIdLst>
    <p:sldId xmlns:r="http://schemas.openxmlformats.org/officeDocument/2006/relationships" id="256" r:id="R5782158ec1f049ae"/>
    <p:sldId xmlns:r="http://schemas.openxmlformats.org/officeDocument/2006/relationships" id="257" r:id="R7f0b96501b6e4928"/>
    <p:sldId xmlns:r="http://schemas.openxmlformats.org/officeDocument/2006/relationships" id="258" r:id="Rc4ffdc95bd3a4d56"/>
    <p:sldId xmlns:r="http://schemas.openxmlformats.org/officeDocument/2006/relationships" id="259" r:id="R19437035a62043b4"/>
    <p:sldId xmlns:r="http://schemas.openxmlformats.org/officeDocument/2006/relationships" id="260" r:id="Ra84f0754c2934fd0"/>
    <p:sldId xmlns:r="http://schemas.openxmlformats.org/officeDocument/2006/relationships" id="261" r:id="Reb7e45abf6a14d64"/>
    <p:sldId xmlns:r="http://schemas.openxmlformats.org/officeDocument/2006/relationships" id="262" r:id="R5ceaa2f11a3e45f2"/>
    <p:sldId xmlns:r="http://schemas.openxmlformats.org/officeDocument/2006/relationships" id="263" r:id="Rcc84c2a074274c19"/>
    <p:sldId xmlns:r="http://schemas.openxmlformats.org/officeDocument/2006/relationships" id="264" r:id="R14cfe36d599f4813"/>
    <p:sldId xmlns:r="http://schemas.openxmlformats.org/officeDocument/2006/relationships" id="265" r:id="R4b44858f3cd448ea"/>
    <p:sldId xmlns:r="http://schemas.openxmlformats.org/officeDocument/2006/relationships" id="266" r:id="R48f23aef5b704627"/>
    <p:sldId xmlns:r="http://schemas.openxmlformats.org/officeDocument/2006/relationships" id="267" r:id="Ra205c83c823c4541"/>
    <p:sldId xmlns:r="http://schemas.openxmlformats.org/officeDocument/2006/relationships" id="268" r:id="R611749625b25496b"/>
    <p:sldId xmlns:r="http://schemas.openxmlformats.org/officeDocument/2006/relationships" id="269" r:id="Rd72631de77db4c0e"/>
    <p:sldId xmlns:r="http://schemas.openxmlformats.org/officeDocument/2006/relationships" id="270" r:id="Re2c77c6232354de0"/>
    <p:sldId xmlns:r="http://schemas.openxmlformats.org/officeDocument/2006/relationships" id="271" r:id="Rc49cc2b8305b45e0"/>
    <p:sldId xmlns:r="http://schemas.openxmlformats.org/officeDocument/2006/relationships" id="272" r:id="Rc6f87b24f9e94f0c"/>
    <p:sldId xmlns:r="http://schemas.openxmlformats.org/officeDocument/2006/relationships" id="273" r:id="Rf306720f9c2d4e93"/>
    <p:sldId xmlns:r="http://schemas.openxmlformats.org/officeDocument/2006/relationships" id="274" r:id="R53785f65641f42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f647bb3e32474b" /><Relationship Type="http://schemas.openxmlformats.org/officeDocument/2006/relationships/slideMaster" Target="/ppt/slideMasters/slideMaster1.xml" Id="Rb56f4ead319942a0" /><Relationship Type="http://schemas.openxmlformats.org/officeDocument/2006/relationships/notesMaster" Target="/ppt/notesMasters/notesMaster1.xml" Id="R022d33fe66b64d33" /><Relationship Type="http://schemas.openxmlformats.org/officeDocument/2006/relationships/presProps" Target="/ppt/presProps.xml" Id="R19939654bdca43e4" /><Relationship Type="http://schemas.openxmlformats.org/officeDocument/2006/relationships/tableStyles" Target="/ppt/tableStyles.xml" Id="Rfb14461021294f66" /><Relationship Type="http://schemas.openxmlformats.org/officeDocument/2006/relationships/slide" Target="/ppt/slides/slide1.xml" Id="R5782158ec1f049ae" /><Relationship Type="http://schemas.openxmlformats.org/officeDocument/2006/relationships/slide" Target="/ppt/slides/slide2.xml" Id="R7f0b96501b6e4928" /><Relationship Type="http://schemas.openxmlformats.org/officeDocument/2006/relationships/slide" Target="/ppt/slides/slide3.xml" Id="Rc4ffdc95bd3a4d56" /><Relationship Type="http://schemas.openxmlformats.org/officeDocument/2006/relationships/slide" Target="/ppt/slides/slide4.xml" Id="R19437035a62043b4" /><Relationship Type="http://schemas.openxmlformats.org/officeDocument/2006/relationships/slide" Target="/ppt/slides/slide5.xml" Id="Ra84f0754c2934fd0" /><Relationship Type="http://schemas.openxmlformats.org/officeDocument/2006/relationships/slide" Target="/ppt/slides/slide6.xml" Id="Reb7e45abf6a14d64" /><Relationship Type="http://schemas.openxmlformats.org/officeDocument/2006/relationships/slide" Target="/ppt/slides/slide7.xml" Id="R5ceaa2f11a3e45f2" /><Relationship Type="http://schemas.openxmlformats.org/officeDocument/2006/relationships/slide" Target="/ppt/slides/slide8.xml" Id="Rcc84c2a074274c19" /><Relationship Type="http://schemas.openxmlformats.org/officeDocument/2006/relationships/slide" Target="/ppt/slides/slide9.xml" Id="R14cfe36d599f4813" /><Relationship Type="http://schemas.openxmlformats.org/officeDocument/2006/relationships/slide" Target="/ppt/slides/slide10.xml" Id="R4b44858f3cd448ea" /><Relationship Type="http://schemas.openxmlformats.org/officeDocument/2006/relationships/slide" Target="/ppt/slides/slide11.xml" Id="R48f23aef5b704627" /><Relationship Type="http://schemas.openxmlformats.org/officeDocument/2006/relationships/slide" Target="/ppt/slides/slide12.xml" Id="Ra205c83c823c4541" /><Relationship Type="http://schemas.openxmlformats.org/officeDocument/2006/relationships/slide" Target="/ppt/slides/slide13.xml" Id="R611749625b25496b" /><Relationship Type="http://schemas.openxmlformats.org/officeDocument/2006/relationships/slide" Target="/ppt/slides/slide14.xml" Id="Rd72631de77db4c0e" /><Relationship Type="http://schemas.openxmlformats.org/officeDocument/2006/relationships/slide" Target="/ppt/slides/slide15.xml" Id="Re2c77c6232354de0" /><Relationship Type="http://schemas.openxmlformats.org/officeDocument/2006/relationships/slide" Target="/ppt/slides/slide16.xml" Id="Rc49cc2b8305b45e0" /><Relationship Type="http://schemas.openxmlformats.org/officeDocument/2006/relationships/slide" Target="/ppt/slides/slide17.xml" Id="Rc6f87b24f9e94f0c" /><Relationship Type="http://schemas.openxmlformats.org/officeDocument/2006/relationships/slide" Target="/ppt/slides/slide18.xml" Id="Rf306720f9c2d4e93" /><Relationship Type="http://schemas.openxmlformats.org/officeDocument/2006/relationships/slide" Target="/ppt/slides/slide19.xml" Id="R53785f65641f42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bb59d320794d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f18c29d2d4448c" /><Relationship Type="http://schemas.openxmlformats.org/officeDocument/2006/relationships/notesMaster" Target="/ppt/notesMasters/notesMaster1.xml" Id="R0f688c52e0f644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5ca68d2da743c2" /><Relationship Type="http://schemas.openxmlformats.org/officeDocument/2006/relationships/notesMaster" Target="/ppt/notesMasters/notesMaster1.xml" Id="Rd6073fe2d5df42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4141dcf2b54699" /><Relationship Type="http://schemas.openxmlformats.org/officeDocument/2006/relationships/notesMaster" Target="/ppt/notesMasters/notesMaster1.xml" Id="Rb70249adcac249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3890e8a1124b48" /><Relationship Type="http://schemas.openxmlformats.org/officeDocument/2006/relationships/notesMaster" Target="/ppt/notesMasters/notesMaster1.xml" Id="R64c23e1c82b140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02e24908974095" /><Relationship Type="http://schemas.openxmlformats.org/officeDocument/2006/relationships/notesMaster" Target="/ppt/notesMasters/notesMaster1.xml" Id="R068e90d00dc94a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b2d7c795934860" /><Relationship Type="http://schemas.openxmlformats.org/officeDocument/2006/relationships/notesMaster" Target="/ppt/notesMasters/notesMaster1.xml" Id="R776282becdfa43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e31e0b727d4214" /><Relationship Type="http://schemas.openxmlformats.org/officeDocument/2006/relationships/notesMaster" Target="/ppt/notesMasters/notesMaster1.xml" Id="R5896dd88810747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1d45ee0ab74b4c" /><Relationship Type="http://schemas.openxmlformats.org/officeDocument/2006/relationships/notesMaster" Target="/ppt/notesMasters/notesMaster1.xml" Id="Rae98e8fce5fe4c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0fa71b26414f5d" /><Relationship Type="http://schemas.openxmlformats.org/officeDocument/2006/relationships/notesMaster" Target="/ppt/notesMasters/notesMaster1.xml" Id="R1510b575a8164c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4523efd36541ae" /><Relationship Type="http://schemas.openxmlformats.org/officeDocument/2006/relationships/notesMaster" Target="/ppt/notesMasters/notesMaster1.xml" Id="R2eaf41797eb043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dc885bbcf44e9a" /><Relationship Type="http://schemas.openxmlformats.org/officeDocument/2006/relationships/notesMaster" Target="/ppt/notesMasters/notesMaster1.xml" Id="R798fffc2ec0242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c37ecfeb4f44e3" /><Relationship Type="http://schemas.openxmlformats.org/officeDocument/2006/relationships/notesMaster" Target="/ppt/notesMasters/notesMaster1.xml" Id="R89d90c7edf2044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f48c47d24749c0" /><Relationship Type="http://schemas.openxmlformats.org/officeDocument/2006/relationships/notesMaster" Target="/ppt/notesMasters/notesMaster1.xml" Id="Red7b88903fe14a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3dbede710d4468" /><Relationship Type="http://schemas.openxmlformats.org/officeDocument/2006/relationships/notesMaster" Target="/ppt/notesMasters/notesMaster1.xml" Id="R6a12ff000e0144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04e06b18ec4d76" /><Relationship Type="http://schemas.openxmlformats.org/officeDocument/2006/relationships/notesMaster" Target="/ppt/notesMasters/notesMaster1.xml" Id="R0b29e795245048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f97b7c47144d4f" /><Relationship Type="http://schemas.openxmlformats.org/officeDocument/2006/relationships/notesMaster" Target="/ppt/notesMasters/notesMaster1.xml" Id="R487b14cfb48547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0489f62a8b4b55" /><Relationship Type="http://schemas.openxmlformats.org/officeDocument/2006/relationships/notesMaster" Target="/ppt/notesMasters/notesMaster1.xml" Id="Rc35657a08a924f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24d76c0a5794683" /><Relationship Type="http://schemas.openxmlformats.org/officeDocument/2006/relationships/notesMaster" Target="/ppt/notesMasters/notesMaster1.xml" Id="R25ca6a367ad44f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5c49009ce446af" /><Relationship Type="http://schemas.openxmlformats.org/officeDocument/2006/relationships/notesMaster" Target="/ppt/notesMasters/notesMaster1.xml" Id="R5eef72881b654b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نطاق الدراسة 32,593 تسجيلًا و28,785 طالبًا فريدًا عبر 7 مقررات و22 تقديمًا خلال 2013 و2014.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عدد حالات النجاح 15,385 والانسحاب 10,156 والفشل 7,052. يشمل النجاح 3,024 حالة تفوق ولا تُضاف إليه مرة أخرى.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مجموع الانسحاب والفشل من الأعداد الأصلية: CCC بنسبة 62.16%، وDDD بنسبة 58.39%، وFFF بنسبة 53.00%، وBBB بنسبة 52.54%، وEEE بنسبة 43.76%، وGGG بنسبة 40.25%، وAAA بنسبة 29.01%. تختلف أولوية شدة المشكلة عن أولوية حجم الحالات.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الأعداد 2,676 قبل البداية و2,356 خلال الأيام 0–27 و5,031 من اليوم 28، و93 دون توقيت معروف. تختلف أطوال الفترات، فلا تمثل النسب معدل انسحاب يوميًا أو مقارنة أسبوعية متكافئة.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العبء هو إجمالي الوحدات التي يدرسها الطالب وقت التسجيل. أحجام الفئات 20,568 و9,769 و2,256 تسجيلًا. الارتباط لا يثبت أن زيادة العبء تسبب الانسحاب.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ارتفع الانسحاب في CCC من 37.22% إلى 62.84%، وفي DDD من 28.59% إلى 60.08%. لدى GGG عدد 12 تسجيلًا فقط فوق 120 وحدة. المقارنة لا تضبط اختلاف التقديمات أو خصائص الطلاب.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عدد التسجيلات دون محاولات سابقة 28,421 ومعها 4,172. الفارق في مجموع الانسحاب والفشل 16.20 نقطة مئوية. المحاولات السابقة تخص المقرر نفسه، ولا تثبت النتائج أثرًا متزايدًا لكل محاولة إضافية.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أول عمودين يقارنان شرائح الحرمان على مستوى العينة، وآخر عمودين يقارنان إجماليات منطقتين، لذا تختلف المقامات. سجلت ويلز أعلى فشل إقليمي عند 29.72%. بيانات الحرمان مفقودة لدى 40.1% في North Region و22.5% في Ireland. ينبغي تقييم احتياج كل طالب فرديًا.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فئة عدم وجود مؤهلات رسمية تضم 347 تسجيلًا وفئة الدراسات العليا 313، وهما مجموعتان صغيرتان نسبيًا. ترتبط النتائج أيضًا باختلاف المقرر والعبء والمحاولات السابقة. يشمل الدعم الكتابة الأكاديمية والحساب والمهارات الرقمية بحسب الاحتياج.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يُحسب الاستكمال لكل تسجيل ثم يؤخذ متوسط المجموعة، وليس معدلًا مجمعًا لكل فرص التقييم. الفرص المؤهلة للتسليم الحالي 214,627، منها 165,413 لها سجل تسليم و49,214 دون سجل. تشمل مقارنة المنسحبين المستحق قبل الانسحاب فقط.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الرسم يقيس التسليم في الموعد من جميع الفرص المؤهلة، وليس الاستكمال أو الالتزام بين التسليمات الفعلية. نسب وجود سجل تسليم للراسبين ثم المنسحبين: AAA 63.2% و70.1%، BBB 43.2% و57.4%، CCC 46.2% و60.6%، DDD 50.4% و61.6%، EEE 34.7% و51.8%، FFF 35.9% و60.5%، GGG 28.3% و57.3%.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العينة 26,754 تسجيلًا مؤهلًا لكامل الأيام 0–27 وله سجلات تفاعل. استُبعدت 475 حالة مؤهلة دون سجلات ولم تُعتبر نشاطًا صفريًا تلقائيًا. وسيط النقرات 287 للتفوق و210 للنجاح دون تفوق و109 للفشل و144 للانسحاب. لا تشمل المقارنة المنسحبين قبل اكتمال النافذة.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النجاح هنا هو PASS وحده ولا يجمع التفوق. في AAA تقارب وسيط نقرات المنسحبين والناجحين دون تفوق عند 275 و279.5؛ لذلك لا يكفي حجم النشاط وحده ولا يصح تطبيق حد نقرات واحد على جميع المقررات.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تتغير عينة القياس أسبوعيًا حسب الأهلية والانسحاب. تشمل المتوسطات الأسابيع دون نقرات لمن لديهم سجلات تفاعل في أي وقت. لا تصف الخطوط مسارات الأفراد أنفسهم. في الأسبوع الثالث كانت المتوسطات الدقيقة 94.53 و70.42 و57.22 للنجاح والانسحاب والفشل على الترتيب.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الفترة الأيام 0–27. التفاعل المرتفع هو نقرات موجبة لا تقل عن وسيط التقديم، والتسليم المرتفع استكمال 80% على الأقل من المستحق في النافذة بحلول اليوم 27. تشمل العينة 21,533 تسجيلًا في AAA وBBB وCCC وDDD وFFF، ولا تشمل EEE وGGG. أحجام الفئات 10,567 و241 و8,730 و1,995. الحدود وصفية وليست قواعد إنذار معتمدة. انخفاض التفاعل مع ارتفاع التسليم يستدعي مراجعة الدرجات وطريقة التعلم، وارتفاع الاثنين يناسبه المتابعة المعتادة والإثراء.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هذه مسؤوليات مقترحة للاتفاق عليها وليست تكليفات قائمة. تُراجع الاحتياجات الفردية ولا تُستخدم المنطقة أو شريحة الحرمان لتشخيص احتياج الفرد تلقائيًا.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نسبة 52.80% هي خط الأساس التاريخي لكامل المشروع، وليست بالضرورة خط أساس مقررات التجربة. ينبغي تحديد خط أساس لكل مقرر وتقديم واستخدام مجموعات مماثلة، ويفضل التوزيع العشوائي متى أمكن. لا يفترض العرض هدف تحسن رقميًا أو أثرًا مضمونًا.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الرسم الأصلي من الخلية 31 في دفتر التحليل. يعرض توزيع الحرمان والانسحاب والفشل في المناطق. احتُفظ بتسميات المصدر الأصلية داخل الصورة لضمان مطابقة الدليل.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lgn="r"/>
            <a:r>
              <a:t>المصدر: تقرير أصحاب المصلحة في مشروع OULAD والمخرجات المحفوظة في Final_OULAD_Analysis_EN(1).ipynb. وحدة القياس تسجيل طالب في مقرر وتقديم محدد. النتائج وصفية تاريخية ولا تثبت السببية.</a:t>
            </a:r>
          </a:p>
          <a:p xmlns:a="http://schemas.openxmlformats.org/drawingml/2006/main">
            <a:pPr rtl="1" algn="r"/>
            <a:r>
              <a:t>الرسم الأصلي من الخلية 143. اللوحة العليا متوسط النقرات، والوسطى متوسط الأيام النشطة، والسفلى عدد التسجيلات المقاسة. العينة تتغير أسبوعيًا، وينتهي خط المنسحبين عندما تنتهي الأسابيع المؤهلة. احتُفظ بالرسم الأصلي دون تعديل بياناته.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c2c792510a47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9fc45b4f394f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1abd1db6c64d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133e39f86140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58af1ba56c4d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73bbcc055d4a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C58DCA-CD7F-4CF3-A2A1-D0FCEF6890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64CFAD-7DEB-4896-8A51-A6960F17FC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EBE7C7-6560-493B-88D5-778FD9C689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AF2961-2FE3-4091-B99C-89FD3AABCF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A3C3FF-E0D8-4433-9F9D-404AB36014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0447E8-759A-41B5-9382-A470267119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009F03-7AB4-4B05-BADD-EF56DC7F49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F2F4BC-FE85-480E-B5D1-E9AA9A6937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FE5D74-8BBD-4113-BDA2-2AF164FB44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CCD427-2576-4D11-B918-418280A2A4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ab86b650a1429c" /><Relationship Type="http://schemas.openxmlformats.org/officeDocument/2006/relationships/slideLayout" Target="/ppt/slideLayouts/slideLayout1.xml" Id="Rd7dd994884b84998" /><Relationship Type="http://schemas.openxmlformats.org/officeDocument/2006/relationships/slideLayout" Target="/ppt/slideLayouts/slideLayout2.xml" Id="R2d6f0e8e35be4e70" /><Relationship Type="http://schemas.openxmlformats.org/officeDocument/2006/relationships/slideLayout" Target="/ppt/slideLayouts/slideLayout3.xml" Id="Rfc0b23c1cde34e69" /><Relationship Type="http://schemas.openxmlformats.org/officeDocument/2006/relationships/slideLayout" Target="/ppt/slideLayouts/slideLayout4.xml" Id="Re8d3146d69714004" /><Relationship Type="http://schemas.openxmlformats.org/officeDocument/2006/relationships/slideLayout" Target="/ppt/slideLayouts/slideLayout5.xml" Id="Re3a75768d869461d" /><Relationship Type="http://schemas.openxmlformats.org/officeDocument/2006/relationships/slideLayout" Target="/ppt/slideLayouts/slideLayout6.xml" Id="Rbc6d4b3e893f44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dd994884b84998"/>
    <p:sldLayoutId xmlns:r="http://schemas.openxmlformats.org/officeDocument/2006/relationships" id="2147483650" r:id="R2d6f0e8e35be4e70"/>
    <p:sldLayoutId xmlns:r="http://schemas.openxmlformats.org/officeDocument/2006/relationships" id="2147483651" r:id="Rfc0b23c1cde34e69"/>
    <p:sldLayoutId xmlns:r="http://schemas.openxmlformats.org/officeDocument/2006/relationships" id="2147483652" r:id="Re8d3146d69714004"/>
    <p:sldLayoutId xmlns:r="http://schemas.openxmlformats.org/officeDocument/2006/relationships" id="2147483653" r:id="Re3a75768d869461d"/>
    <p:sldLayoutId xmlns:r="http://schemas.openxmlformats.org/officeDocument/2006/relationships" id="2147483654" r:id="Rbc6d4b3e893f44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82063413454f77" /><Relationship Type="http://schemas.openxmlformats.org/officeDocument/2006/relationships/notesSlide" Target="/ppt/notesSlides/notesSlide1.xml" Id="Rfa590468676347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794289ed1c4a24" /><Relationship Type="http://schemas.openxmlformats.org/officeDocument/2006/relationships/chart" Target="/ppt/slides/charts/chart1.xml" Id="Raa18b18f836144ac" /><Relationship Type="http://schemas.openxmlformats.org/officeDocument/2006/relationships/notesSlide" Target="/ppt/notesSlides/notesSlide2.xml" Id="R2cbf7f2adae449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b4aef94afc4d05" /><Relationship Type="http://schemas.openxmlformats.org/officeDocument/2006/relationships/chart" Target="/ppt/slides/charts/chart2.xml" Id="R694669d5e2344595" /><Relationship Type="http://schemas.openxmlformats.org/officeDocument/2006/relationships/notesSlide" Target="/ppt/notesSlides/notesSlide3.xml" Id="R05f1df9ba16948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39746125d1415c" /><Relationship Type="http://schemas.openxmlformats.org/officeDocument/2006/relationships/chart" Target="/ppt/slides/charts/chart3.xml" Id="R6bb046049a6b44a8" /><Relationship Type="http://schemas.openxmlformats.org/officeDocument/2006/relationships/notesSlide" Target="/ppt/notesSlides/notesSlide4.xml" Id="Rf55d88a014dd41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83e3e1b5194893" /><Relationship Type="http://schemas.openxmlformats.org/officeDocument/2006/relationships/chart" Target="/ppt/slides/charts/chart4.xml" Id="Rd243b0b63be14ed8" /><Relationship Type="http://schemas.openxmlformats.org/officeDocument/2006/relationships/notesSlide" Target="/ppt/notesSlides/notesSlide5.xml" Id="R02753ad7ef684a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9ff3a9336740b9" /><Relationship Type="http://schemas.openxmlformats.org/officeDocument/2006/relationships/chart" Target="/ppt/slides/charts/chart5.xml" Id="R96281da9be054fc5" /><Relationship Type="http://schemas.openxmlformats.org/officeDocument/2006/relationships/notesSlide" Target="/ppt/notesSlides/notesSlide6.xml" Id="Re4fe4d269d7e4a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5719bc5a434344" /><Relationship Type="http://schemas.openxmlformats.org/officeDocument/2006/relationships/chart" Target="/ppt/slides/charts/chart6.xml" Id="Rd07f41d1c37e4f6d" /><Relationship Type="http://schemas.openxmlformats.org/officeDocument/2006/relationships/notesSlide" Target="/ppt/notesSlides/notesSlide7.xml" Id="Re8e58afc9ec440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8cc9e0a0be4927" /><Relationship Type="http://schemas.openxmlformats.org/officeDocument/2006/relationships/chart" Target="/ppt/slides/charts/chart7.xml" Id="Rac563e4443f543ee" /><Relationship Type="http://schemas.openxmlformats.org/officeDocument/2006/relationships/notesSlide" Target="/ppt/notesSlides/notesSlide8.xml" Id="R7ca9a14f995b4f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86b477c9d245c7" /><Relationship Type="http://schemas.openxmlformats.org/officeDocument/2006/relationships/chart" Target="/ppt/slides/charts/chart8.xml" Id="R9fd50b26637d4d7e" /><Relationship Type="http://schemas.openxmlformats.org/officeDocument/2006/relationships/notesSlide" Target="/ppt/notesSlides/notesSlide9.xml" Id="R22dec9c7a40c44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a0f31f7fee4418" /><Relationship Type="http://schemas.openxmlformats.org/officeDocument/2006/relationships/chart" Target="/ppt/slides/charts/chart9.xml" Id="R560cd273dd3d46f9" /><Relationship Type="http://schemas.openxmlformats.org/officeDocument/2006/relationships/notesSlide" Target="/ppt/notesSlides/notesSlide10.xml" Id="Rf27c212ea1b340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38233b4c2684fc3" /><Relationship Type="http://schemas.openxmlformats.org/officeDocument/2006/relationships/chart" Target="/ppt/slides/charts/chart10.xml" Id="R7e524c39edac4e81" /><Relationship Type="http://schemas.openxmlformats.org/officeDocument/2006/relationships/notesSlide" Target="/ppt/notesSlides/notesSlide11.xml" Id="Rca72dc4160ac40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66a52283abf4dcb" /><Relationship Type="http://schemas.openxmlformats.org/officeDocument/2006/relationships/chart" Target="/ppt/slides/charts/chart11.xml" Id="Rebc682a28f854733" /><Relationship Type="http://schemas.openxmlformats.org/officeDocument/2006/relationships/notesSlide" Target="/ppt/notesSlides/notesSlide12.xml" Id="R0f5181b2fa7740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42a406c278d4135" /><Relationship Type="http://schemas.openxmlformats.org/officeDocument/2006/relationships/chart" Target="/ppt/slides/charts/chart12.xml" Id="Rd5a4f81a6949494e" /><Relationship Type="http://schemas.openxmlformats.org/officeDocument/2006/relationships/notesSlide" Target="/ppt/notesSlides/notesSlide13.xml" Id="R5754d4fc00c147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70aaf17670b47ec" /><Relationship Type="http://schemas.openxmlformats.org/officeDocument/2006/relationships/chart" Target="/ppt/slides/charts/chart13.xml" Id="R6683a2d701c140cd" /><Relationship Type="http://schemas.openxmlformats.org/officeDocument/2006/relationships/notesSlide" Target="/ppt/notesSlides/notesSlide14.xml" Id="R4fe94c88582e40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1cc8377e092467b" /><Relationship Type="http://schemas.openxmlformats.org/officeDocument/2006/relationships/chart" Target="/ppt/slides/charts/chart14.xml" Id="Reaa2eddb4fca426d" /><Relationship Type="http://schemas.openxmlformats.org/officeDocument/2006/relationships/notesSlide" Target="/ppt/notesSlides/notesSlide15.xml" Id="R945cd67c6c0249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d244e4ddb61499c" /><Relationship Type="http://schemas.openxmlformats.org/officeDocument/2006/relationships/notesSlide" Target="/ppt/notesSlides/notesSlide16.xml" Id="Ra576cddfbd384e0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582324a0d4d4f8f" /><Relationship Type="http://schemas.openxmlformats.org/officeDocument/2006/relationships/notesSlide" Target="/ppt/notesSlides/notesSlide17.xml" Id="R33f40071300342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3d5fe1fa8744061" /><Relationship Type="http://schemas.openxmlformats.org/officeDocument/2006/relationships/image" Target="/ppt/media/image.png" Id="R40a1bd8502b14c5e" /><Relationship Type="http://schemas.openxmlformats.org/officeDocument/2006/relationships/notesSlide" Target="/ppt/notesSlides/notesSlide18.xml" Id="R2415e2502f974d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8d65de11b024c5e" /><Relationship Type="http://schemas.openxmlformats.org/officeDocument/2006/relationships/image" Target="/ppt/media/image2.png" Id="R7007eedaa2a9450d" /><Relationship Type="http://schemas.openxmlformats.org/officeDocument/2006/relationships/notesSlide" Target="/ppt/notesSlides/notesSlide19.xml" Id="R0a05e168f2774e4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نسبة التسجيلات</c:v>
          </c:tx>
          <c:spPr>
            <a:solidFill xmlns:a="http://schemas.openxmlformats.org/drawingml/2006/main">
              <a:srgbClr val="177E82"/>
            </a:solidFill>
          </c:spPr>
          <c:invertIfNegative val="0"/>
          <c:dPt>
            <c:idx val="0"/>
            <c:invertIfNegative val="0"/>
            <c:spPr>
              <a:solidFill xmlns:a="http://schemas.openxmlformats.org/drawingml/2006/main">
                <a:srgbClr val="177E82"/>
              </a:solidFill>
            </c:spPr>
          </c:dPt>
          <c:dPt>
            <c:idx val="1"/>
            <c:invertIfNegative val="0"/>
            <c:spPr>
              <a:solidFill xmlns:a="http://schemas.openxmlformats.org/drawingml/2006/main">
                <a:srgbClr val="D6A23C"/>
              </a:solidFill>
            </c:spPr>
          </c:dPt>
          <c:dPt>
            <c:idx val="2"/>
            <c:invertIfNegative val="0"/>
            <c:spPr>
              <a:solidFill xmlns:a="http://schemas.openxmlformats.org/drawingml/2006/main">
                <a:srgbClr val="D45E50"/>
              </a:solidFill>
            </c:spPr>
          </c:dPt>
          <c:cat>
            <c:strRef>
              <c:f>'Chart Data'!$A$2:$A$4</c:f>
              <c:strCache>
                <c:ptCount val="3"/>
                <c:pt idx="0">
                  <c:v>النجاح</c:v>
                </c:pt>
                <c:pt idx="1">
                  <c:v>الانسحاب</c:v>
                </c:pt>
                <c:pt idx="2">
                  <c:v>الفشل</c:v>
                </c:pt>
              </c:strCache>
            </c:strRef>
          </c:cat>
          <c:val>
            <c:numRef>
              <c:f>'Chart Data'!$B$2:$B$4</c:f>
              <c:numCache>
                <c:formatCode>0%</c:formatCode>
                <c:ptCount val="3"/>
                <c:pt idx="0">
                  <c:v>0.472</c:v>
                </c:pt>
                <c:pt idx="1">
                  <c:v>0.3116</c:v>
                </c:pt>
                <c:pt idx="2">
                  <c:v>0.2164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6"/>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الانسحاب</c:v>
          </c:tx>
          <c:spPr>
            <a:solidFill xmlns:a="http://schemas.openxmlformats.org/drawingml/2006/main">
              <a:srgbClr val="D6A23C"/>
            </a:solidFill>
          </c:spPr>
          <c:invertIfNegative val="0"/>
          <c:cat>
            <c:strRef>
              <c:f>'Chart Data'!$A$2:$A$8</c:f>
              <c:strCache>
                <c:ptCount val="7"/>
                <c:pt idx="0">
                  <c:v>CCC</c:v>
                </c:pt>
                <c:pt idx="1">
                  <c:v>DDD</c:v>
                </c:pt>
                <c:pt idx="2">
                  <c:v>FFF</c:v>
                </c:pt>
                <c:pt idx="3">
                  <c:v>BBB</c:v>
                </c:pt>
                <c:pt idx="4">
                  <c:v>EEE</c:v>
                </c:pt>
                <c:pt idx="5">
                  <c:v>GGG</c:v>
                </c:pt>
                <c:pt idx="6">
                  <c:v>AAA</c:v>
                </c:pt>
              </c:strCache>
            </c:strRef>
          </c:cat>
          <c:val>
            <c:numRef>
              <c:f>'Chart Data'!$B$2:$B$8</c:f>
              <c:numCache>
                <c:formatCode>0.00%</c:formatCode>
                <c:ptCount val="7"/>
                <c:pt idx="0">
                  <c:v>0.4454</c:v>
                </c:pt>
                <c:pt idx="1">
                  <c:v>0.3587</c:v>
                </c:pt>
                <c:pt idx="2">
                  <c:v>0.3096</c:v>
                </c:pt>
                <c:pt idx="3">
                  <c:v>0.3019</c:v>
                </c:pt>
                <c:pt idx="4">
                  <c:v>0.2461</c:v>
                </c:pt>
                <c:pt idx="5">
                  <c:v>0.1152</c:v>
                </c:pt>
                <c:pt idx="6">
                  <c:v>0.1684</c:v>
                </c:pt>
              </c:numCache>
            </c:numRef>
          </c:val>
        </c:ser>
        <c:ser>
          <c:idx val="1"/>
          <c:order val="1"/>
          <c:tx>
            <c:v>الفشل</c:v>
          </c:tx>
          <c:spPr>
            <a:solidFill xmlns:a="http://schemas.openxmlformats.org/drawingml/2006/main">
              <a:srgbClr val="D45E50"/>
            </a:solidFill>
          </c:spPr>
          <c:invertIfNegative val="0"/>
          <c:cat>
            <c:strRef>
              <c:f>'Chart Data'!$C$2:$C$8</c:f>
              <c:strCache>
                <c:ptCount val="7"/>
                <c:pt idx="0">
                  <c:v>CCC</c:v>
                </c:pt>
                <c:pt idx="1">
                  <c:v>DDD</c:v>
                </c:pt>
                <c:pt idx="2">
                  <c:v>FFF</c:v>
                </c:pt>
                <c:pt idx="3">
                  <c:v>BBB</c:v>
                </c:pt>
                <c:pt idx="4">
                  <c:v>EEE</c:v>
                </c:pt>
                <c:pt idx="5">
                  <c:v>GGG</c:v>
                </c:pt>
                <c:pt idx="6">
                  <c:v>AAA</c:v>
                </c:pt>
              </c:strCache>
            </c:strRef>
          </c:cat>
          <c:val>
            <c:numRef>
              <c:f>'Chart Data'!$D$2:$D$8</c:f>
              <c:numCache>
                <c:formatCode>0.00%</c:formatCode>
                <c:ptCount val="7"/>
                <c:pt idx="0">
                  <c:v>0.1761</c:v>
                </c:pt>
                <c:pt idx="1">
                  <c:v>0.2251</c:v>
                </c:pt>
                <c:pt idx="2">
                  <c:v>0.2204</c:v>
                </c:pt>
                <c:pt idx="3">
                  <c:v>0.2234</c:v>
                </c:pt>
                <c:pt idx="4">
                  <c:v>0.1915</c:v>
                </c:pt>
                <c:pt idx="5">
                  <c:v>0.2873</c:v>
                </c:pt>
                <c:pt idx="6">
                  <c:v>0.1217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7"/>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نسبة حالات الانسحاب</c:v>
          </c:tx>
          <c:spPr>
            <a:solidFill xmlns:a="http://schemas.openxmlformats.org/drawingml/2006/main">
              <a:srgbClr val="D6A23C"/>
            </a:solidFill>
          </c:spPr>
          <c:invertIfNegative val="0"/>
          <c:cat>
            <c:strRef>
              <c:f>'Chart Data'!$A$2:$A$5</c:f>
              <c:strCache>
                <c:ptCount val="4"/>
                <c:pt idx="0">
                  <c:v>قبل البداية</c:v>
                </c:pt>
                <c:pt idx="1">
                  <c:v>الأيام 0–27</c:v>
                </c:pt>
                <c:pt idx="2">
                  <c:v>من اليوم 28</c:v>
                </c:pt>
                <c:pt idx="3">
                  <c:v>توقيت غير معروف</c:v>
                </c:pt>
              </c:strCache>
            </c:strRef>
          </c:cat>
          <c:val>
            <c:numRef>
              <c:f>'Chart Data'!$B$2:$B$5</c:f>
              <c:numCache>
                <c:formatCode>0%</c:formatCode>
                <c:ptCount val="4"/>
                <c:pt idx="0">
                  <c:v>0.2635</c:v>
                </c:pt>
                <c:pt idx="1">
                  <c:v>0.232</c:v>
                </c:pt>
                <c:pt idx="2">
                  <c:v>0.4954</c:v>
                </c:pt>
                <c:pt idx="3">
                  <c:v>0.0092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6"/>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النجاح</c:v>
          </c:tx>
          <c:spPr>
            <a:solidFill xmlns:a="http://schemas.openxmlformats.org/drawingml/2006/main">
              <a:srgbClr val="177E82"/>
            </a:solidFill>
          </c:spPr>
          <c:invertIfNegative val="0"/>
          <c:cat>
            <c:strRef>
              <c:f>'Chart Data'!$A$2:$A$4</c:f>
              <c:strCache>
                <c:ptCount val="3"/>
                <c:pt idx="0">
                  <c:v>1–60 وحدة</c:v>
                </c:pt>
                <c:pt idx="1">
                  <c:v>61–120 وحدة</c:v>
                </c:pt>
                <c:pt idx="2">
                  <c:v>أكثر من 120 وحدة</c:v>
                </c:pt>
              </c:strCache>
            </c:strRef>
          </c:cat>
          <c:val>
            <c:numRef>
              <c:f>'Chart Data'!$B$2:$B$4</c:f>
              <c:numCache>
                <c:formatCode>0.00%</c:formatCode>
                <c:ptCount val="3"/>
                <c:pt idx="0">
                  <c:v>0.518</c:v>
                </c:pt>
                <c:pt idx="1">
                  <c:v>0.4142</c:v>
                </c:pt>
                <c:pt idx="2">
                  <c:v>0.3036</c:v>
                </c:pt>
              </c:numCache>
            </c:numRef>
          </c:val>
        </c:ser>
        <c:ser>
          <c:idx val="1"/>
          <c:order val="1"/>
          <c:tx>
            <c:v>الفشل</c:v>
          </c:tx>
          <c:spPr>
            <a:solidFill xmlns:a="http://schemas.openxmlformats.org/drawingml/2006/main">
              <a:srgbClr val="D45E50"/>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Data'!$C$2:$C$4</c:f>
              <c:strCache>
                <c:ptCount val="3"/>
                <c:pt idx="0">
                  <c:v>1–60 وحدة</c:v>
                </c:pt>
                <c:pt idx="1">
                  <c:v>61–120 وحدة</c:v>
                </c:pt>
                <c:pt idx="2">
                  <c:v>أكثر من 120 وحدة</c:v>
                </c:pt>
              </c:strCache>
            </c:strRef>
          </c:cat>
          <c:val>
            <c:numRef>
              <c:f>'Chart Data'!$D$2:$D$4</c:f>
              <c:numCache>
                <c:formatCode>0.00%</c:formatCode>
                <c:ptCount val="3"/>
                <c:pt idx="0">
                  <c:v>0.2285</c:v>
                </c:pt>
                <c:pt idx="1">
                  <c:v>0.1984</c:v>
                </c:pt>
                <c:pt idx="2">
                  <c:v>0.1835</c:v>
                </c:pt>
              </c:numCache>
            </c:numRef>
          </c:val>
        </c:ser>
        <c:ser>
          <c:idx val="2"/>
          <c:order val="2"/>
          <c:tx>
            <c:v>الانسحاب</c:v>
          </c:tx>
          <c:spPr>
            <a:solidFill xmlns:a="http://schemas.openxmlformats.org/drawingml/2006/main">
              <a:srgbClr val="D6A23C"/>
            </a:solidFill>
          </c:spPr>
          <c:invertIfNegative val="0"/>
          <c:cat>
            <c:strRef>
              <c:f>'Chart Data'!$E$2:$E$4</c:f>
              <c:strCache>
                <c:ptCount val="3"/>
                <c:pt idx="0">
                  <c:v>1–60 وحدة</c:v>
                </c:pt>
                <c:pt idx="1">
                  <c:v>61–120 وحدة</c:v>
                </c:pt>
                <c:pt idx="2">
                  <c:v>أكثر من 120 وحدة</c:v>
                </c:pt>
              </c:strCache>
            </c:strRef>
          </c:cat>
          <c:val>
            <c:numRef>
              <c:f>'Chart Data'!$F$2:$F$4</c:f>
              <c:numCache>
                <c:formatCode>0.00%</c:formatCode>
                <c:ptCount val="3"/>
                <c:pt idx="0">
                  <c:v>0.2535</c:v>
                </c:pt>
                <c:pt idx="1">
                  <c:v>0.3875</c:v>
                </c:pt>
                <c:pt idx="2">
                  <c:v>0.5129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7"/>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1–60 وحدة</c:v>
          </c:tx>
          <c:spPr>
            <a:solidFill xmlns:a="http://schemas.openxmlformats.org/drawingml/2006/main">
              <a:srgbClr val="177E82"/>
            </a:solidFill>
          </c:spPr>
          <c:invertIfNegative val="0"/>
          <c:cat>
            <c:strRef>
              <c:f>'Chart Data'!$A$2:$A$8</c:f>
              <c:strCache>
                <c:ptCount val="7"/>
                <c:pt idx="0">
                  <c:v>AAA</c:v>
                </c:pt>
                <c:pt idx="1">
                  <c:v>BBB</c:v>
                </c:pt>
                <c:pt idx="2">
                  <c:v>CCC</c:v>
                </c:pt>
                <c:pt idx="3">
                  <c:v>DDD</c:v>
                </c:pt>
                <c:pt idx="4">
                  <c:v>EEE</c:v>
                </c:pt>
                <c:pt idx="5">
                  <c:v>FFF</c:v>
                </c:pt>
                <c:pt idx="6">
                  <c:v>GGG</c:v>
                </c:pt>
              </c:strCache>
            </c:strRef>
          </c:cat>
          <c:val>
            <c:numRef>
              <c:f>'Chart Data'!$B$2:$B$8</c:f>
              <c:numCache>
                <c:formatCode>0.00%</c:formatCode>
                <c:ptCount val="7"/>
                <c:pt idx="0">
                  <c:v>0.1327</c:v>
                </c:pt>
                <c:pt idx="1">
                  <c:v>0.2648</c:v>
                </c:pt>
                <c:pt idx="2">
                  <c:v>0.3722</c:v>
                </c:pt>
                <c:pt idx="3">
                  <c:v>0.2859</c:v>
                </c:pt>
                <c:pt idx="4">
                  <c:v>0.2113</c:v>
                </c:pt>
                <c:pt idx="5">
                  <c:v>0.2578</c:v>
                </c:pt>
                <c:pt idx="6">
                  <c:v>0.111</c:v>
                </c:pt>
              </c:numCache>
            </c:numRef>
          </c:val>
        </c:ser>
        <c:ser>
          <c:idx val="1"/>
          <c:order val="1"/>
          <c:tx>
            <c:v>61–120 وحدة</c:v>
          </c:tx>
          <c:spPr>
            <a:solidFill xmlns:a="http://schemas.openxmlformats.org/drawingml/2006/main">
              <a:srgbClr val="D6A23C"/>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Data'!$C$2:$C$8</c:f>
              <c:strCache>
                <c:ptCount val="7"/>
                <c:pt idx="0">
                  <c:v>AAA</c:v>
                </c:pt>
                <c:pt idx="1">
                  <c:v>BBB</c:v>
                </c:pt>
                <c:pt idx="2">
                  <c:v>CCC</c:v>
                </c:pt>
                <c:pt idx="3">
                  <c:v>DDD</c:v>
                </c:pt>
                <c:pt idx="4">
                  <c:v>EEE</c:v>
                </c:pt>
                <c:pt idx="5">
                  <c:v>FFF</c:v>
                </c:pt>
                <c:pt idx="6">
                  <c:v>GGG</c:v>
                </c:pt>
              </c:strCache>
            </c:strRef>
          </c:cat>
          <c:val>
            <c:numRef>
              <c:f>'Chart Data'!$D$2:$D$8</c:f>
              <c:numCache>
                <c:formatCode>0.00%</c:formatCode>
                <c:ptCount val="7"/>
                <c:pt idx="0">
                  <c:v>0.2222</c:v>
                </c:pt>
                <c:pt idx="1">
                  <c:v>0.3496</c:v>
                </c:pt>
                <c:pt idx="2">
                  <c:v>0.5341</c:v>
                </c:pt>
                <c:pt idx="3">
                  <c:v>0.4241</c:v>
                </c:pt>
                <c:pt idx="4">
                  <c:v>0.3588</c:v>
                </c:pt>
                <c:pt idx="5">
                  <c:v>0.3393</c:v>
                </c:pt>
                <c:pt idx="6">
                  <c:v>0.2111</c:v>
                </c:pt>
              </c:numCache>
            </c:numRef>
          </c:val>
        </c:ser>
        <c:ser>
          <c:idx val="2"/>
          <c:order val="2"/>
          <c:tx>
            <c:v>أكثر من 120 وحدة</c:v>
          </c:tx>
          <c:spPr>
            <a:solidFill xmlns:a="http://schemas.openxmlformats.org/drawingml/2006/main">
              <a:srgbClr val="D45E50"/>
            </a:solidFill>
          </c:spPr>
          <c:invertIfNegative val="0"/>
          <c:cat>
            <c:strRef>
              <c:f>'Chart Data'!$E$2:$E$8</c:f>
              <c:strCache>
                <c:ptCount val="7"/>
                <c:pt idx="0">
                  <c:v>AAA</c:v>
                </c:pt>
                <c:pt idx="1">
                  <c:v>BBB</c:v>
                </c:pt>
                <c:pt idx="2">
                  <c:v>CCC</c:v>
                </c:pt>
                <c:pt idx="3">
                  <c:v>DDD</c:v>
                </c:pt>
                <c:pt idx="4">
                  <c:v>EEE</c:v>
                </c:pt>
                <c:pt idx="5">
                  <c:v>FFF</c:v>
                </c:pt>
                <c:pt idx="6">
                  <c:v>GGG</c:v>
                </c:pt>
              </c:strCache>
            </c:strRef>
          </c:cat>
          <c:val>
            <c:numRef>
              <c:f>'Chart Data'!$F$2:$F$8</c:f>
              <c:numCache>
                <c:formatCode>0.00%</c:formatCode>
                <c:ptCount val="7"/>
                <c:pt idx="0">
                  <c:v>0.3333</c:v>
                </c:pt>
                <c:pt idx="1">
                  <c:v>0.4733</c:v>
                </c:pt>
                <c:pt idx="2">
                  <c:v>0.6284</c:v>
                </c:pt>
                <c:pt idx="3">
                  <c:v>0.6008</c:v>
                </c:pt>
                <c:pt idx="4">
                  <c:v>0.367</c:v>
                </c:pt>
                <c:pt idx="5">
                  <c:v>0.4639</c:v>
                </c:pt>
                <c:pt idx="6">
                  <c:v>0.25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7"/>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النجاح</c:v>
          </c:tx>
          <c:spPr>
            <a:solidFill xmlns:a="http://schemas.openxmlformats.org/drawingml/2006/main">
              <a:srgbClr val="177E82"/>
            </a:solidFill>
          </c:spPr>
          <c:invertIfNegative val="0"/>
          <c:cat>
            <c:strRef>
              <c:f>'Chart Data'!$A$2:$A$3</c:f>
              <c:strCache>
                <c:ptCount val="2"/>
                <c:pt idx="0">
                  <c:v>دون محاولات سابقة</c:v>
                </c:pt>
                <c:pt idx="1">
                  <c:v>توجد محاولات سابقة</c:v>
                </c:pt>
              </c:strCache>
            </c:strRef>
          </c:cat>
          <c:val>
            <c:numRef>
              <c:f>'Chart Data'!$B$2:$B$3</c:f>
              <c:numCache>
                <c:formatCode>0.00%</c:formatCode>
                <c:ptCount val="2"/>
                <c:pt idx="0">
                  <c:v>0.4928</c:v>
                </c:pt>
                <c:pt idx="1">
                  <c:v>0.3308</c:v>
                </c:pt>
              </c:numCache>
            </c:numRef>
          </c:val>
        </c:ser>
        <c:ser>
          <c:idx val="1"/>
          <c:order val="1"/>
          <c:tx>
            <c:v>الفشل</c:v>
          </c:tx>
          <c:spPr>
            <a:solidFill xmlns:a="http://schemas.openxmlformats.org/drawingml/2006/main">
              <a:srgbClr val="D45E50"/>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Data'!$C$2:$C$3</c:f>
              <c:strCache>
                <c:ptCount val="2"/>
                <c:pt idx="0">
                  <c:v>دون محاولات سابقة</c:v>
                </c:pt>
                <c:pt idx="1">
                  <c:v>توجد محاولات سابقة</c:v>
                </c:pt>
              </c:strCache>
            </c:strRef>
          </c:cat>
          <c:val>
            <c:numRef>
              <c:f>'Chart Data'!$D$2:$D$3</c:f>
              <c:numCache>
                <c:formatCode>0.00%</c:formatCode>
                <c:ptCount val="2"/>
                <c:pt idx="0">
                  <c:v>0.2016</c:v>
                </c:pt>
                <c:pt idx="1">
                  <c:v>0.3166</c:v>
                </c:pt>
              </c:numCache>
            </c:numRef>
          </c:val>
        </c:ser>
        <c:ser>
          <c:idx val="2"/>
          <c:order val="2"/>
          <c:tx>
            <c:v>الانسحاب</c:v>
          </c:tx>
          <c:spPr>
            <a:solidFill xmlns:a="http://schemas.openxmlformats.org/drawingml/2006/main">
              <a:srgbClr val="D6A23C"/>
            </a:solidFill>
          </c:spPr>
          <c:invertIfNegative val="0"/>
          <c:cat>
            <c:strRef>
              <c:f>'Chart Data'!$E$2:$E$3</c:f>
              <c:strCache>
                <c:ptCount val="2"/>
                <c:pt idx="0">
                  <c:v>دون محاولات سابقة</c:v>
                </c:pt>
                <c:pt idx="1">
                  <c:v>توجد محاولات سابقة</c:v>
                </c:pt>
              </c:strCache>
            </c:strRef>
          </c:cat>
          <c:val>
            <c:numRef>
              <c:f>'Chart Data'!$F$2:$F$3</c:f>
              <c:numCache>
                <c:formatCode>0.00%</c:formatCode>
                <c:ptCount val="2"/>
                <c:pt idx="0">
                  <c:v>0.3056</c:v>
                </c:pt>
                <c:pt idx="1">
                  <c:v>0.3526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6"/>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الانسحاب والفشل</c:v>
          </c:tx>
          <c:spPr>
            <a:solidFill xmlns:a="http://schemas.openxmlformats.org/drawingml/2006/main">
              <a:srgbClr val="177E82"/>
            </a:solidFill>
          </c:spPr>
          <c:invertIfNegative val="0"/>
          <c:cat>
            <c:strRef>
              <c:f>'Chart Data'!$A$2:$A$5</c:f>
              <c:strCache>
                <c:ptCount val="4"/>
                <c:pt idx="0">
                  <c:v>IMD 0–10%
الأكثر حرمانًا</c:v>
                </c:pt>
                <c:pt idx="1">
                  <c:v>IMD 90–100%
الأقل حرمانًا</c:v>
                </c:pt>
                <c:pt idx="2">
                  <c:v>منطقة
الشمال الغربي</c:v>
                </c:pt>
                <c:pt idx="3">
                  <c:v>منطقة
الجنوب</c:v>
                </c:pt>
              </c:strCache>
            </c:strRef>
          </c:cat>
          <c:val>
            <c:numRef>
              <c:f>'Chart Data'!$B$2:$B$5</c:f>
              <c:numCache>
                <c:formatCode>0%</c:formatCode>
                <c:ptCount val="4"/>
                <c:pt idx="0">
                  <c:v>0.6484</c:v>
                </c:pt>
                <c:pt idx="1">
                  <c:v>0.4247</c:v>
                </c:pt>
                <c:pt idx="2">
                  <c:v>0.5981</c:v>
                </c:pt>
                <c:pt idx="3">
                  <c:v>0.4761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8"/>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الانسحاب والفشل</c:v>
          </c:tx>
          <c:spPr>
            <a:solidFill xmlns:a="http://schemas.openxmlformats.org/drawingml/2006/main">
              <a:srgbClr val="177E82"/>
            </a:solidFill>
          </c:spPr>
          <c:invertIfNegative val="0"/>
          <c:cat>
            <c:strRef>
              <c:f>'Chart Data'!$A$2:$A$6</c:f>
              <c:strCache>
                <c:ptCount val="5"/>
                <c:pt idx="0">
                  <c:v>بلا مؤهلات
رسمية</c:v>
                </c:pt>
                <c:pt idx="1">
                  <c:v>أقل من
A Level</c:v>
                </c:pt>
                <c:pt idx="2">
                  <c:v>A Level
أو ما يعادله</c:v>
                </c:pt>
                <c:pt idx="3">
                  <c:v>مؤهل تعليم
عالٍ</c:v>
                </c:pt>
                <c:pt idx="4">
                  <c:v>دراسات
عليا</c:v>
                </c:pt>
              </c:strCache>
            </c:strRef>
          </c:cat>
          <c:val>
            <c:numRef>
              <c:f>'Chart Data'!$B$2:$B$6</c:f>
              <c:numCache>
                <c:formatCode>0%</c:formatCode>
                <c:ptCount val="5"/>
                <c:pt idx="0">
                  <c:v>0.7032</c:v>
                </c:pt>
                <c:pt idx="1">
                  <c:v>0.6115</c:v>
                </c:pt>
                <c:pt idx="2">
                  <c:v>0.4797</c:v>
                </c:pt>
                <c:pt idx="3">
                  <c:v>0.4383</c:v>
                </c:pt>
                <c:pt idx="4">
                  <c:v>0.345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8"/>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متوسط الاستكمال لكل تسجيل</c:v>
          </c:tx>
          <c:spPr>
            <a:solidFill xmlns:a="http://schemas.openxmlformats.org/drawingml/2006/main">
              <a:srgbClr val="177E82"/>
            </a:solidFill>
          </c:spPr>
          <c:invertIfNegative val="0"/>
          <c:dPt>
            <c:idx val="2"/>
            <c:invertIfNegative val="0"/>
            <c:spPr>
              <a:solidFill xmlns:a="http://schemas.openxmlformats.org/drawingml/2006/main">
                <a:srgbClr val="D45E50"/>
              </a:solidFill>
            </c:spPr>
          </c:dPt>
          <c:dPt>
            <c:idx val="3"/>
            <c:invertIfNegative val="0"/>
            <c:spPr>
              <a:solidFill xmlns:a="http://schemas.openxmlformats.org/drawingml/2006/main">
                <a:srgbClr val="D6A23C"/>
              </a:solidFill>
            </c:spPr>
          </c:dPt>
          <c:cat>
            <c:strRef>
              <c:f>'Chart Data'!$A$2:$A$5</c:f>
              <c:strCache>
                <c:ptCount val="4"/>
                <c:pt idx="0">
                  <c:v>التفوق</c:v>
                </c:pt>
                <c:pt idx="1">
                  <c:v>نجاح دون تفوق</c:v>
                </c:pt>
                <c:pt idx="2">
                  <c:v>الفشل</c:v>
                </c:pt>
                <c:pt idx="3">
                  <c:v>الانسحاب</c:v>
                </c:pt>
              </c:strCache>
            </c:strRef>
          </c:cat>
          <c:val>
            <c:numRef>
              <c:f>'Chart Data'!$B$2:$B$5</c:f>
              <c:numCache>
                <c:formatCode>0%</c:formatCode>
                <c:ptCount val="4"/>
                <c:pt idx="0">
                  <c:v>0.9668</c:v>
                </c:pt>
                <c:pt idx="1">
                  <c:v>0.9552</c:v>
                </c:pt>
                <c:pt idx="2">
                  <c:v>0.4367</c:v>
                </c:pt>
                <c:pt idx="3">
                  <c:v>0.5817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1.1"/>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نجاح دون تفوق</c:v>
          </c:tx>
          <c:spPr>
            <a:solidFill xmlns:a="http://schemas.openxmlformats.org/drawingml/2006/main">
              <a:srgbClr val="177E82"/>
            </a:solidFill>
          </c:spPr>
          <c:invertIfNegative val="0"/>
          <c:cat>
            <c:strRef>
              <c:f>'Chart Data'!$A$2:$A$8</c:f>
              <c:strCache>
                <c:ptCount val="7"/>
                <c:pt idx="0">
                  <c:v>AAA</c:v>
                </c:pt>
                <c:pt idx="1">
                  <c:v>BBB</c:v>
                </c:pt>
                <c:pt idx="2">
                  <c:v>CCC</c:v>
                </c:pt>
                <c:pt idx="3">
                  <c:v>DDD</c:v>
                </c:pt>
                <c:pt idx="4">
                  <c:v>EEE</c:v>
                </c:pt>
                <c:pt idx="5">
                  <c:v>FFF</c:v>
                </c:pt>
                <c:pt idx="6">
                  <c:v>GGG</c:v>
                </c:pt>
              </c:strCache>
            </c:strRef>
          </c:cat>
          <c:val>
            <c:numRef>
              <c:f>'Chart Data'!$B$2:$B$8</c:f>
              <c:numCache>
                <c:formatCode>0.00%</c:formatCode>
                <c:ptCount val="7"/>
                <c:pt idx="0">
                  <c:v>0.751</c:v>
                </c:pt>
                <c:pt idx="1">
                  <c:v>0.498</c:v>
                </c:pt>
                <c:pt idx="2">
                  <c:v>0.308</c:v>
                </c:pt>
                <c:pt idx="3">
                  <c:v>0.707</c:v>
                </c:pt>
                <c:pt idx="4">
                  <c:v>0.671</c:v>
                </c:pt>
                <c:pt idx="5">
                  <c:v>0.828</c:v>
                </c:pt>
                <c:pt idx="6">
                  <c:v>0.772</c:v>
                </c:pt>
              </c:numCache>
            </c:numRef>
          </c:val>
        </c:ser>
        <c:ser>
          <c:idx val="1"/>
          <c:order val="1"/>
          <c:tx>
            <c:v>الفشل</c:v>
          </c:tx>
          <c:spPr>
            <a:solidFill xmlns:a="http://schemas.openxmlformats.org/drawingml/2006/main">
              <a:srgbClr val="D45E50"/>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Data'!$C$2:$C$8</c:f>
              <c:strCache>
                <c:ptCount val="7"/>
                <c:pt idx="0">
                  <c:v>AAA</c:v>
                </c:pt>
                <c:pt idx="1">
                  <c:v>BBB</c:v>
                </c:pt>
                <c:pt idx="2">
                  <c:v>CCC</c:v>
                </c:pt>
                <c:pt idx="3">
                  <c:v>DDD</c:v>
                </c:pt>
                <c:pt idx="4">
                  <c:v>EEE</c:v>
                </c:pt>
                <c:pt idx="5">
                  <c:v>FFF</c:v>
                </c:pt>
                <c:pt idx="6">
                  <c:v>GGG</c:v>
                </c:pt>
              </c:strCache>
            </c:strRef>
          </c:cat>
          <c:val>
            <c:numRef>
              <c:f>'Chart Data'!$D$2:$D$8</c:f>
              <c:numCache>
                <c:formatCode>0.00%</c:formatCode>
                <c:ptCount val="7"/>
                <c:pt idx="0">
                  <c:v>0.445</c:v>
                </c:pt>
                <c:pt idx="1">
                  <c:v>0.201</c:v>
                </c:pt>
                <c:pt idx="2">
                  <c:v>0.137</c:v>
                </c:pt>
                <c:pt idx="3">
                  <c:v>0.319</c:v>
                </c:pt>
                <c:pt idx="4">
                  <c:v>0.258</c:v>
                </c:pt>
                <c:pt idx="5">
                  <c:v>0.279</c:v>
                </c:pt>
                <c:pt idx="6">
                  <c:v>0.222</c:v>
                </c:pt>
              </c:numCache>
            </c:numRef>
          </c:val>
        </c:ser>
        <c:ser>
          <c:idx val="2"/>
          <c:order val="2"/>
          <c:tx>
            <c:v>الانسحاب</c:v>
          </c:tx>
          <c:spPr>
            <a:solidFill xmlns:a="http://schemas.openxmlformats.org/drawingml/2006/main">
              <a:srgbClr val="D6A23C"/>
            </a:solidFill>
          </c:spPr>
          <c:invertIfNegative val="0"/>
          <c:cat>
            <c:strRef>
              <c:f>'Chart Data'!$E$2:$E$8</c:f>
              <c:strCache>
                <c:ptCount val="7"/>
                <c:pt idx="0">
                  <c:v>AAA</c:v>
                </c:pt>
                <c:pt idx="1">
                  <c:v>BBB</c:v>
                </c:pt>
                <c:pt idx="2">
                  <c:v>CCC</c:v>
                </c:pt>
                <c:pt idx="3">
                  <c:v>DDD</c:v>
                </c:pt>
                <c:pt idx="4">
                  <c:v>EEE</c:v>
                </c:pt>
                <c:pt idx="5">
                  <c:v>FFF</c:v>
                </c:pt>
                <c:pt idx="6">
                  <c:v>GGG</c:v>
                </c:pt>
              </c:strCache>
            </c:strRef>
          </c:cat>
          <c:val>
            <c:numRef>
              <c:f>'Chart Data'!$F$2:$F$8</c:f>
              <c:numCache>
                <c:formatCode>0.00%</c:formatCode>
                <c:ptCount val="7"/>
                <c:pt idx="0">
                  <c:v>0.354</c:v>
                </c:pt>
                <c:pt idx="1">
                  <c:v>0.286</c:v>
                </c:pt>
                <c:pt idx="2">
                  <c:v>0.141</c:v>
                </c:pt>
                <c:pt idx="3">
                  <c:v>0.369</c:v>
                </c:pt>
                <c:pt idx="4">
                  <c:v>0.411</c:v>
                </c:pt>
                <c:pt idx="5">
                  <c:v>0.46</c:v>
                </c:pt>
                <c:pt idx="6">
                  <c:v>0.431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وسيط الأيام النشطة</c:v>
          </c:tx>
          <c:spPr>
            <a:solidFill xmlns:a="http://schemas.openxmlformats.org/drawingml/2006/main">
              <a:srgbClr val="177E82"/>
            </a:solidFill>
          </c:spPr>
          <c:invertIfNegative val="0"/>
          <c:dPt>
            <c:idx val="2"/>
            <c:invertIfNegative val="0"/>
            <c:spPr>
              <a:solidFill xmlns:a="http://schemas.openxmlformats.org/drawingml/2006/main">
                <a:srgbClr val="D45E50"/>
              </a:solidFill>
            </c:spPr>
          </c:dPt>
          <c:dPt>
            <c:idx val="3"/>
            <c:invertIfNegative val="0"/>
            <c:spPr>
              <a:solidFill xmlns:a="http://schemas.openxmlformats.org/drawingml/2006/main">
                <a:srgbClr val="D6A23C"/>
              </a:solidFill>
            </c:spPr>
          </c:dPt>
          <c:cat>
            <c:strRef>
              <c:f>'Chart Data'!$A$2:$A$5</c:f>
              <c:strCache>
                <c:ptCount val="4"/>
                <c:pt idx="0">
                  <c:v>التفوق</c:v>
                </c:pt>
                <c:pt idx="1">
                  <c:v>نجاح دون تفوق</c:v>
                </c:pt>
                <c:pt idx="2">
                  <c:v>الفشل</c:v>
                </c:pt>
                <c:pt idx="3">
                  <c:v>الانسحاب</c:v>
                </c:pt>
              </c:strCache>
            </c:strRef>
          </c:cat>
          <c:val>
            <c:numRef>
              <c:f>'Chart Data'!$B$2:$B$5</c:f>
              <c:numCache>
                <c:formatCode>0</c:formatCode>
                <c:ptCount val="4"/>
                <c:pt idx="0">
                  <c:v>14</c:v>
                </c:pt>
                <c:pt idx="1">
                  <c:v>11</c:v>
                </c:pt>
                <c:pt idx="2">
                  <c:v>7</c:v>
                </c:pt>
                <c:pt idx="3">
                  <c:v>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18"/>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نجاح دون تفوق</c:v>
          </c:tx>
          <c:spPr>
            <a:solidFill xmlns:a="http://schemas.openxmlformats.org/drawingml/2006/main">
              <a:srgbClr val="177E82"/>
            </a:solidFill>
          </c:spPr>
          <c:invertIfNegative val="0"/>
          <c:cat>
            <c:strRef>
              <c:f>'Chart Data'!$A$2:$A$8</c:f>
              <c:strCache>
                <c:ptCount val="7"/>
                <c:pt idx="0">
                  <c:v>AAA</c:v>
                </c:pt>
                <c:pt idx="1">
                  <c:v>BBB</c:v>
                </c:pt>
                <c:pt idx="2">
                  <c:v>CCC</c:v>
                </c:pt>
                <c:pt idx="3">
                  <c:v>DDD</c:v>
                </c:pt>
                <c:pt idx="4">
                  <c:v>EEE</c:v>
                </c:pt>
                <c:pt idx="5">
                  <c:v>FFF</c:v>
                </c:pt>
                <c:pt idx="6">
                  <c:v>GGG</c:v>
                </c:pt>
              </c:strCache>
            </c:strRef>
          </c:cat>
          <c:val>
            <c:numRef>
              <c:f>'Chart Data'!$B$2:$B$8</c:f>
              <c:numCache>
                <c:formatCode>0.0</c:formatCode>
                <c:ptCount val="7"/>
                <c:pt idx="0">
                  <c:v>14</c:v>
                </c:pt>
                <c:pt idx="1">
                  <c:v>8</c:v>
                </c:pt>
                <c:pt idx="2">
                  <c:v>11</c:v>
                </c:pt>
                <c:pt idx="3">
                  <c:v>14</c:v>
                </c:pt>
                <c:pt idx="4">
                  <c:v>12</c:v>
                </c:pt>
                <c:pt idx="5">
                  <c:v>16</c:v>
                </c:pt>
                <c:pt idx="6">
                  <c:v>4</c:v>
                </c:pt>
              </c:numCache>
            </c:numRef>
          </c:val>
        </c:ser>
        <c:ser>
          <c:idx val="1"/>
          <c:order val="1"/>
          <c:tx>
            <c:v>الفشل</c:v>
          </c:tx>
          <c:spPr>
            <a:solidFill xmlns:a="http://schemas.openxmlformats.org/drawingml/2006/main">
              <a:srgbClr val="D45E50"/>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Data'!$C$2:$C$8</c:f>
              <c:strCache>
                <c:ptCount val="7"/>
                <c:pt idx="0">
                  <c:v>AAA</c:v>
                </c:pt>
                <c:pt idx="1">
                  <c:v>BBB</c:v>
                </c:pt>
                <c:pt idx="2">
                  <c:v>CCC</c:v>
                </c:pt>
                <c:pt idx="3">
                  <c:v>DDD</c:v>
                </c:pt>
                <c:pt idx="4">
                  <c:v>EEE</c:v>
                </c:pt>
                <c:pt idx="5">
                  <c:v>FFF</c:v>
                </c:pt>
                <c:pt idx="6">
                  <c:v>GGG</c:v>
                </c:pt>
              </c:strCache>
            </c:strRef>
          </c:cat>
          <c:val>
            <c:numRef>
              <c:f>'Chart Data'!$D$2:$D$8</c:f>
              <c:numCache>
                <c:formatCode>0.0</c:formatCode>
                <c:ptCount val="7"/>
                <c:pt idx="0">
                  <c:v>7</c:v>
                </c:pt>
                <c:pt idx="1">
                  <c:v>5</c:v>
                </c:pt>
                <c:pt idx="2">
                  <c:v>7</c:v>
                </c:pt>
                <c:pt idx="3">
                  <c:v>8.5</c:v>
                </c:pt>
                <c:pt idx="4">
                  <c:v>7</c:v>
                </c:pt>
                <c:pt idx="5">
                  <c:v>9</c:v>
                </c:pt>
                <c:pt idx="6">
                  <c:v>3</c:v>
                </c:pt>
              </c:numCache>
            </c:numRef>
          </c:val>
        </c:ser>
        <c:ser>
          <c:idx val="2"/>
          <c:order val="2"/>
          <c:tx>
            <c:v>الانسحاب</c:v>
          </c:tx>
          <c:spPr>
            <a:solidFill xmlns:a="http://schemas.openxmlformats.org/drawingml/2006/main">
              <a:srgbClr val="D6A23C"/>
            </a:solidFill>
          </c:spPr>
          <c:invertIfNegative val="0"/>
          <c:cat>
            <c:strRef>
              <c:f>'Chart Data'!$E$2:$E$8</c:f>
              <c:strCache>
                <c:ptCount val="7"/>
                <c:pt idx="0">
                  <c:v>AAA</c:v>
                </c:pt>
                <c:pt idx="1">
                  <c:v>BBB</c:v>
                </c:pt>
                <c:pt idx="2">
                  <c:v>CCC</c:v>
                </c:pt>
                <c:pt idx="3">
                  <c:v>DDD</c:v>
                </c:pt>
                <c:pt idx="4">
                  <c:v>EEE</c:v>
                </c:pt>
                <c:pt idx="5">
                  <c:v>FFF</c:v>
                </c:pt>
                <c:pt idx="6">
                  <c:v>GGG</c:v>
                </c:pt>
              </c:strCache>
            </c:strRef>
          </c:cat>
          <c:val>
            <c:numRef>
              <c:f>'Chart Data'!$F$2:$F$8</c:f>
              <c:numCache>
                <c:formatCode>0.0</c:formatCode>
                <c:ptCount val="7"/>
                <c:pt idx="0">
                  <c:v>12</c:v>
                </c:pt>
                <c:pt idx="1">
                  <c:v>6</c:v>
                </c:pt>
                <c:pt idx="2">
                  <c:v>8</c:v>
                </c:pt>
                <c:pt idx="3">
                  <c:v>9</c:v>
                </c:pt>
                <c:pt idx="4">
                  <c:v>7</c:v>
                </c:pt>
                <c:pt idx="5">
                  <c:v>12</c:v>
                </c:pt>
                <c:pt idx="6">
                  <c:v>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20"/>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varyColors val="0"/>
        <c:ser>
          <c:idx val="0"/>
          <c:order val="0"/>
          <c:tx>
            <c:v>النجاح</c:v>
          </c:tx>
          <c:spPr>
            <a:ln xmlns:a="http://schemas.openxmlformats.org/drawingml/2006/main" w="38100">
              <a:solidFill>
                <a:srgbClr val="177E82"/>
              </a:solidFill>
              <a:prstDash val="solid"/>
            </a:ln>
          </c:spPr>
          <c:marker>
            <c:symbol val="circle"/>
            <c:size val="7"/>
          </c:marker>
          <c:cat>
            <c:strRef>
              <c:f>'Chart Data'!$A$2:$A$5</c:f>
              <c:strCache>
                <c:ptCount val="4"/>
                <c:pt idx="0">
                  <c:v>الأسبوع 1</c:v>
                </c:pt>
                <c:pt idx="1">
                  <c:v>الأسبوع 2</c:v>
                </c:pt>
                <c:pt idx="2">
                  <c:v>الأسبوع 3</c:v>
                </c:pt>
                <c:pt idx="3">
                  <c:v>الأسبوع 4</c:v>
                </c:pt>
              </c:strCache>
            </c:strRef>
          </c:cat>
          <c:val>
            <c:numRef>
              <c:f>'Chart Data'!$B$2:$B$5</c:f>
              <c:numCache>
                <c:formatCode>0</c:formatCode>
                <c:ptCount val="4"/>
                <c:pt idx="0">
                  <c:v>85.02</c:v>
                </c:pt>
                <c:pt idx="1">
                  <c:v>76.75</c:v>
                </c:pt>
                <c:pt idx="2">
                  <c:v>94.53</c:v>
                </c:pt>
                <c:pt idx="3">
                  <c:v>72.29</c:v>
                </c:pt>
              </c:numCache>
            </c:numRef>
          </c:val>
          <c:smooth val="0"/>
        </c:ser>
        <c:ser>
          <c:idx val="1"/>
          <c:order val="1"/>
          <c:tx>
            <c:v>الانسحاب</c:v>
          </c:tx>
          <c:spPr>
            <a:ln xmlns:a="http://schemas.openxmlformats.org/drawingml/2006/main" w="38100">
              <a:solidFill>
                <a:srgbClr val="D6A23C"/>
              </a:solidFill>
              <a:prstDash val="solid"/>
            </a:ln>
          </c:spPr>
          <c:marker>
            <c:symbol val="circle"/>
            <c:size val="7"/>
          </c:marker>
          <c:cat>
            <c:strRef>
              <c:f>'Chart Data'!$C$2:$C$5</c:f>
              <c:strCache>
                <c:ptCount val="4"/>
                <c:pt idx="0">
                  <c:v>الأسبوع 1</c:v>
                </c:pt>
                <c:pt idx="1">
                  <c:v>الأسبوع 2</c:v>
                </c:pt>
                <c:pt idx="2">
                  <c:v>الأسبوع 3</c:v>
                </c:pt>
                <c:pt idx="3">
                  <c:v>الأسبوع 4</c:v>
                </c:pt>
              </c:strCache>
            </c:strRef>
          </c:cat>
          <c:val>
            <c:numRef>
              <c:f>'Chart Data'!$D$2:$D$5</c:f>
              <c:numCache>
                <c:formatCode>0</c:formatCode>
                <c:ptCount val="4"/>
                <c:pt idx="0">
                  <c:v>52.58</c:v>
                </c:pt>
                <c:pt idx="1">
                  <c:v>49.05</c:v>
                </c:pt>
                <c:pt idx="2">
                  <c:v>70.42</c:v>
                </c:pt>
                <c:pt idx="3">
                  <c:v>46.38</c:v>
                </c:pt>
              </c:numCache>
            </c:numRef>
          </c:val>
          <c:smooth val="0"/>
        </c:ser>
        <c:ser>
          <c:idx val="2"/>
          <c:order val="2"/>
          <c:tx>
            <c:v>الفشل</c:v>
          </c:tx>
          <c:spPr>
            <a:ln xmlns:a="http://schemas.openxmlformats.org/drawingml/2006/main" w="38100">
              <a:solidFill>
                <a:srgbClr val="D45E50"/>
              </a:solidFill>
              <a:prstDash val="solid"/>
            </a:ln>
          </c:spPr>
          <c:marker>
            <c:symbol val="circle"/>
            <c:size val="7"/>
          </c:marker>
          <c:cat>
            <c:strRef>
              <c:f>'Chart Data'!$E$2:$E$5</c:f>
              <c:strCache>
                <c:ptCount val="4"/>
                <c:pt idx="0">
                  <c:v>الأسبوع 1</c:v>
                </c:pt>
                <c:pt idx="1">
                  <c:v>الأسبوع 2</c:v>
                </c:pt>
                <c:pt idx="2">
                  <c:v>الأسبوع 3</c:v>
                </c:pt>
                <c:pt idx="3">
                  <c:v>الأسبوع 4</c:v>
                </c:pt>
              </c:strCache>
            </c:strRef>
          </c:cat>
          <c:val>
            <c:numRef>
              <c:f>'Chart Data'!$F$2:$F$5</c:f>
              <c:numCache>
                <c:formatCode>0</c:formatCode>
                <c:ptCount val="4"/>
                <c:pt idx="0">
                  <c:v>45.93</c:v>
                </c:pt>
                <c:pt idx="1">
                  <c:v>39.53</c:v>
                </c:pt>
                <c:pt idx="2">
                  <c:v>57.22</c:v>
                </c:pt>
                <c:pt idx="3">
                  <c:v>38.4</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275">
                  <a:latin typeface="DejaVu Sans"/>
                  <a:ea typeface="DejaVu Sans"/>
                  <a:cs typeface="DejaVu Sans"/>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72768"/>
      </c:catAx>
      <c:valAx>
        <c:axId val="48672768"/>
        <c:scaling>
          <c:orientation val="minMax"/>
          <c:max val="120"/>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DejaVu Sans"/>
                <a:ea typeface="DejaVu Sans"/>
                <a:cs typeface="DejaVu San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معدل النجاح</c:v>
          </c:tx>
          <c:spPr>
            <a:solidFill xmlns:a="http://schemas.openxmlformats.org/drawingml/2006/main">
              <a:srgbClr val="177E82"/>
            </a:solidFill>
          </c:spPr>
          <c:invertIfNegative val="0"/>
          <c:cat>
            <c:strRef>
              <c:f>'Chart Data'!$A$2:$A$5</c:f>
              <c:strCache>
                <c:ptCount val="4"/>
                <c:pt idx="0">
                  <c:v>تفاعل مرتفع
تسليم مرتفع</c:v>
                </c:pt>
                <c:pt idx="1">
                  <c:v>تفاعل مرتفع
تسليم منخفض</c:v>
                </c:pt>
                <c:pt idx="2">
                  <c:v>تفاعل منخفض
تسليم مرتفع</c:v>
                </c:pt>
                <c:pt idx="3">
                  <c:v>تفاعل منخفض
تسليم منخفض</c:v>
                </c:pt>
              </c:strCache>
            </c:strRef>
          </c:cat>
          <c:val>
            <c:numRef>
              <c:f>'Chart Data'!$B$2:$B$5</c:f>
              <c:numCache>
                <c:formatCode>0%</c:formatCode>
                <c:ptCount val="4"/>
                <c:pt idx="0">
                  <c:v>0.6935</c:v>
                </c:pt>
                <c:pt idx="1">
                  <c:v>0.2282</c:v>
                </c:pt>
                <c:pt idx="2">
                  <c:v>0.5027</c:v>
                </c:pt>
                <c:pt idx="3">
                  <c:v>0.1083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8"/>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D4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425970B-8479-4848-B571-2A0A1B784BCA}"/>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B8CDD8"/>
                </a:solidFill>
                <a:latin typeface="DejaVu Sans"/>
                <a:ea typeface="DejaVu Sans"/>
                <a:cs typeface="DejaVu Sans"/>
              </a:defRPr>
            </a:defPPr>
            <a:lvl1pPr algn="r">
              <a:defRPr sz="1050" b="0">
                <a:solidFill>
                  <a:srgbClr val="B8CDD8"/>
                </a:solidFill>
                <a:latin typeface="DejaVu Sans"/>
                <a:ea typeface="DejaVu Sans"/>
                <a:cs typeface="DejaVu Sans"/>
              </a:defRPr>
            </a:lvl1pPr>
            <a:lvl2pPr algn="r">
              <a:defRPr sz="1050" b="0">
                <a:solidFill>
                  <a:srgbClr val="B8CDD8"/>
                </a:solidFill>
                <a:latin typeface="DejaVu Sans"/>
                <a:ea typeface="DejaVu Sans"/>
                <a:cs typeface="DejaVu Sans"/>
              </a:defRPr>
            </a:lvl2pPr>
            <a:lvl3pPr algn="r">
              <a:defRPr sz="1050" b="0">
                <a:solidFill>
                  <a:srgbClr val="B8CDD8"/>
                </a:solidFill>
                <a:latin typeface="DejaVu Sans"/>
                <a:ea typeface="DejaVu Sans"/>
                <a:cs typeface="DejaVu Sans"/>
              </a:defRPr>
            </a:lvl3pPr>
            <a:lvl4pPr algn="r">
              <a:defRPr sz="1050" b="0">
                <a:solidFill>
                  <a:srgbClr val="B8CDD8"/>
                </a:solidFill>
                <a:latin typeface="DejaVu Sans"/>
                <a:ea typeface="DejaVu Sans"/>
                <a:cs typeface="DejaVu Sans"/>
              </a:defRPr>
            </a:lvl4pPr>
            <a:lvl5pPr algn="r">
              <a:defRPr sz="1050" b="0">
                <a:solidFill>
                  <a:srgbClr val="B8CDD8"/>
                </a:solidFill>
                <a:latin typeface="DejaVu Sans"/>
                <a:ea typeface="DejaVu Sans"/>
                <a:cs typeface="DejaVu Sans"/>
              </a:defRPr>
            </a:lvl5pPr>
            <a:lvl6pPr algn="r">
              <a:defRPr sz="1050" b="0">
                <a:solidFill>
                  <a:srgbClr val="B8CDD8"/>
                </a:solidFill>
                <a:latin typeface="DejaVu Sans"/>
                <a:ea typeface="DejaVu Sans"/>
                <a:cs typeface="DejaVu Sans"/>
              </a:defRPr>
            </a:lvl6pPr>
            <a:lvl7pPr algn="r">
              <a:defRPr sz="1050" b="0">
                <a:solidFill>
                  <a:srgbClr val="B8CDD8"/>
                </a:solidFill>
                <a:latin typeface="DejaVu Sans"/>
                <a:ea typeface="DejaVu Sans"/>
                <a:cs typeface="DejaVu Sans"/>
              </a:defRPr>
            </a:lvl7pPr>
            <a:lvl8pPr algn="r">
              <a:defRPr sz="1050" b="0">
                <a:solidFill>
                  <a:srgbClr val="B8CDD8"/>
                </a:solidFill>
                <a:latin typeface="DejaVu Sans"/>
                <a:ea typeface="DejaVu Sans"/>
                <a:cs typeface="DejaVu Sans"/>
              </a:defRPr>
            </a:lvl8pPr>
            <a:lvl9pPr algn="r">
              <a:defRPr sz="1050" b="0">
                <a:solidFill>
                  <a:srgbClr val="B8CDD8"/>
                </a:solidFill>
                <a:latin typeface="DejaVu Sans"/>
                <a:ea typeface="DejaVu Sans"/>
                <a:cs typeface="DejaVu Sans"/>
              </a:defRPr>
            </a:lvl9pPr>
          </a:lstStyle>
          <a:p xmlns:a="http://schemas.openxmlformats.org/drawingml/2006/main">
            <a:pPr algn="r">
              <a:defRPr sz="1050" b="0">
                <a:solidFill>
                  <a:srgbClr val="B8CDD8"/>
                </a:solidFill>
                <a:latin typeface="DejaVu Sans"/>
                <a:ea typeface="DejaVu Sans"/>
                <a:cs typeface="DejaVu Sans"/>
              </a:defRPr>
            </a:pPr>
            <a:r>
              <a:rPr sz="1050" b="0">
                <a:solidFill>
                  <a:srgbClr val="B8CDD8"/>
                </a:solidFill>
                <a:latin typeface="DejaVu Sans"/>
                <a:ea typeface="DejaVu Sans"/>
                <a:cs typeface="DejaVu Sans"/>
              </a:rPr>
              <a:t>01</a:t>
            </a:r>
          </a:p>
        </p:txBody>
      </p:sp>
      <p:sp>
        <p:nvSpPr>
          <p:cNvPr id="2" name="text-1">
            <a:extLst xmlns:a="http://schemas.openxmlformats.org/drawingml/2006/main">
              <a:ext uri="{FF2B5EF4-FFF2-40B4-BE49-F238E27FC236}">
                <a16:creationId xmlns:a16="http://schemas.microsoft.com/office/drawing/2014/main" id="{24B54F87-A7EA-4E56-AD5B-1FC044B26439}"/>
              </a:ext>
            </a:extLst>
          </p:cNvPr>
          <p:cNvSpPr>
            <a:spLocks xmlns:a="http://schemas.openxmlformats.org/drawingml/2006/main" noGrp="1"/>
          </p:cNvSpPr>
          <p:nvPr/>
        </p:nvSpPr>
        <p:spPr>
          <a:xfrm xmlns:a="http://schemas.openxmlformats.org/drawingml/2006/main">
            <a:off x="5905500" y="49530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7FD4CD"/>
                </a:solidFill>
                <a:latin typeface="DejaVu Sans"/>
                <a:ea typeface="DejaVu Sans"/>
                <a:cs typeface="DejaVu Sans"/>
              </a:defRPr>
            </a:defPPr>
            <a:lvl1pPr algn="r">
              <a:defRPr sz="1725" b="1">
                <a:solidFill>
                  <a:srgbClr val="7FD4CD"/>
                </a:solidFill>
                <a:latin typeface="DejaVu Sans"/>
                <a:ea typeface="DejaVu Sans"/>
                <a:cs typeface="DejaVu Sans"/>
              </a:defRPr>
            </a:lvl1pPr>
            <a:lvl2pPr algn="r">
              <a:defRPr sz="1725" b="1">
                <a:solidFill>
                  <a:srgbClr val="7FD4CD"/>
                </a:solidFill>
                <a:latin typeface="DejaVu Sans"/>
                <a:ea typeface="DejaVu Sans"/>
                <a:cs typeface="DejaVu Sans"/>
              </a:defRPr>
            </a:lvl2pPr>
            <a:lvl3pPr algn="r">
              <a:defRPr sz="1725" b="1">
                <a:solidFill>
                  <a:srgbClr val="7FD4CD"/>
                </a:solidFill>
                <a:latin typeface="DejaVu Sans"/>
                <a:ea typeface="DejaVu Sans"/>
                <a:cs typeface="DejaVu Sans"/>
              </a:defRPr>
            </a:lvl3pPr>
            <a:lvl4pPr algn="r">
              <a:defRPr sz="1725" b="1">
                <a:solidFill>
                  <a:srgbClr val="7FD4CD"/>
                </a:solidFill>
                <a:latin typeface="DejaVu Sans"/>
                <a:ea typeface="DejaVu Sans"/>
                <a:cs typeface="DejaVu Sans"/>
              </a:defRPr>
            </a:lvl4pPr>
            <a:lvl5pPr algn="r">
              <a:defRPr sz="1725" b="1">
                <a:solidFill>
                  <a:srgbClr val="7FD4CD"/>
                </a:solidFill>
                <a:latin typeface="DejaVu Sans"/>
                <a:ea typeface="DejaVu Sans"/>
                <a:cs typeface="DejaVu Sans"/>
              </a:defRPr>
            </a:lvl5pPr>
            <a:lvl6pPr algn="r">
              <a:defRPr sz="1725" b="1">
                <a:solidFill>
                  <a:srgbClr val="7FD4CD"/>
                </a:solidFill>
                <a:latin typeface="DejaVu Sans"/>
                <a:ea typeface="DejaVu Sans"/>
                <a:cs typeface="DejaVu Sans"/>
              </a:defRPr>
            </a:lvl6pPr>
            <a:lvl7pPr algn="r">
              <a:defRPr sz="1725" b="1">
                <a:solidFill>
                  <a:srgbClr val="7FD4CD"/>
                </a:solidFill>
                <a:latin typeface="DejaVu Sans"/>
                <a:ea typeface="DejaVu Sans"/>
                <a:cs typeface="DejaVu Sans"/>
              </a:defRPr>
            </a:lvl7pPr>
            <a:lvl8pPr algn="r">
              <a:defRPr sz="1725" b="1">
                <a:solidFill>
                  <a:srgbClr val="7FD4CD"/>
                </a:solidFill>
                <a:latin typeface="DejaVu Sans"/>
                <a:ea typeface="DejaVu Sans"/>
                <a:cs typeface="DejaVu Sans"/>
              </a:defRPr>
            </a:lvl8pPr>
            <a:lvl9pPr algn="r">
              <a:defRPr sz="1725" b="1">
                <a:solidFill>
                  <a:srgbClr val="7FD4CD"/>
                </a:solidFill>
                <a:latin typeface="DejaVu Sans"/>
                <a:ea typeface="DejaVu Sans"/>
                <a:cs typeface="DejaVu Sans"/>
              </a:defRPr>
            </a:lvl9pPr>
          </a:lstStyle>
          <a:p xmlns:a="http://schemas.openxmlformats.org/drawingml/2006/main">
            <a:pPr algn="r">
              <a:defRPr sz="1725" b="1">
                <a:solidFill>
                  <a:srgbClr val="7FD4CD"/>
                </a:solidFill>
                <a:latin typeface="DejaVu Sans"/>
                <a:ea typeface="DejaVu Sans"/>
                <a:cs typeface="DejaVu Sans"/>
              </a:defRPr>
            </a:pPr>
            <a:r>
              <a:rPr sz="1725" b="1">
                <a:solidFill>
                  <a:srgbClr val="7FD4CD"/>
                </a:solidFill>
                <a:latin typeface="DejaVu Sans"/>
                <a:ea typeface="DejaVu Sans"/>
                <a:cs typeface="DejaVu Sans"/>
              </a:rPr>
              <a:t>OULAD</a:t>
            </a:r>
          </a:p>
        </p:txBody>
      </p:sp>
      <p:sp>
        <p:nvSpPr>
          <p:cNvPr id="3" name="text-2">
            <a:extLst xmlns:a="http://schemas.openxmlformats.org/drawingml/2006/main">
              <a:ext uri="{FF2B5EF4-FFF2-40B4-BE49-F238E27FC236}">
                <a16:creationId xmlns:a16="http://schemas.microsoft.com/office/drawing/2014/main" id="{83AF5F7D-B513-4FC7-97CA-030CBF744B59}"/>
              </a:ext>
            </a:extLst>
          </p:cNvPr>
          <p:cNvSpPr>
            <a:spLocks xmlns:a="http://schemas.openxmlformats.org/drawingml/2006/main" noGrp="1"/>
          </p:cNvSpPr>
          <p:nvPr/>
        </p:nvSpPr>
        <p:spPr>
          <a:xfrm xmlns:a="http://schemas.openxmlformats.org/drawingml/2006/main">
            <a:off x="952500" y="1438275"/>
            <a:ext cx="10668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5100" b="1">
                <a:solidFill>
                  <a:srgbClr val="FFFFFF"/>
                </a:solidFill>
                <a:latin typeface="DejaVu Sans"/>
                <a:ea typeface="DejaVu Sans"/>
                <a:cs typeface="DejaVu Sans"/>
              </a:defRPr>
            </a:defPPr>
            <a:lvl1pPr algn="r">
              <a:defRPr sz="5100" b="1">
                <a:solidFill>
                  <a:srgbClr val="FFFFFF"/>
                </a:solidFill>
                <a:latin typeface="DejaVu Sans"/>
                <a:ea typeface="DejaVu Sans"/>
                <a:cs typeface="DejaVu Sans"/>
              </a:defRPr>
            </a:lvl1pPr>
            <a:lvl2pPr algn="r">
              <a:defRPr sz="5100" b="1">
                <a:solidFill>
                  <a:srgbClr val="FFFFFF"/>
                </a:solidFill>
                <a:latin typeface="DejaVu Sans"/>
                <a:ea typeface="DejaVu Sans"/>
                <a:cs typeface="DejaVu Sans"/>
              </a:defRPr>
            </a:lvl2pPr>
            <a:lvl3pPr algn="r">
              <a:defRPr sz="5100" b="1">
                <a:solidFill>
                  <a:srgbClr val="FFFFFF"/>
                </a:solidFill>
                <a:latin typeface="DejaVu Sans"/>
                <a:ea typeface="DejaVu Sans"/>
                <a:cs typeface="DejaVu Sans"/>
              </a:defRPr>
            </a:lvl3pPr>
            <a:lvl4pPr algn="r">
              <a:defRPr sz="5100" b="1">
                <a:solidFill>
                  <a:srgbClr val="FFFFFF"/>
                </a:solidFill>
                <a:latin typeface="DejaVu Sans"/>
                <a:ea typeface="DejaVu Sans"/>
                <a:cs typeface="DejaVu Sans"/>
              </a:defRPr>
            </a:lvl4pPr>
            <a:lvl5pPr algn="r">
              <a:defRPr sz="5100" b="1">
                <a:solidFill>
                  <a:srgbClr val="FFFFFF"/>
                </a:solidFill>
                <a:latin typeface="DejaVu Sans"/>
                <a:ea typeface="DejaVu Sans"/>
                <a:cs typeface="DejaVu Sans"/>
              </a:defRPr>
            </a:lvl5pPr>
            <a:lvl6pPr algn="r">
              <a:defRPr sz="5100" b="1">
                <a:solidFill>
                  <a:srgbClr val="FFFFFF"/>
                </a:solidFill>
                <a:latin typeface="DejaVu Sans"/>
                <a:ea typeface="DejaVu Sans"/>
                <a:cs typeface="DejaVu Sans"/>
              </a:defRPr>
            </a:lvl6pPr>
            <a:lvl7pPr algn="r">
              <a:defRPr sz="5100" b="1">
                <a:solidFill>
                  <a:srgbClr val="FFFFFF"/>
                </a:solidFill>
                <a:latin typeface="DejaVu Sans"/>
                <a:ea typeface="DejaVu Sans"/>
                <a:cs typeface="DejaVu Sans"/>
              </a:defRPr>
            </a:lvl7pPr>
            <a:lvl8pPr algn="r">
              <a:defRPr sz="5100" b="1">
                <a:solidFill>
                  <a:srgbClr val="FFFFFF"/>
                </a:solidFill>
                <a:latin typeface="DejaVu Sans"/>
                <a:ea typeface="DejaVu Sans"/>
                <a:cs typeface="DejaVu Sans"/>
              </a:defRPr>
            </a:lvl8pPr>
            <a:lvl9pPr algn="r">
              <a:defRPr sz="5100" b="1">
                <a:solidFill>
                  <a:srgbClr val="FFFFFF"/>
                </a:solidFill>
                <a:latin typeface="DejaVu Sans"/>
                <a:ea typeface="DejaVu Sans"/>
                <a:cs typeface="DejaVu Sans"/>
              </a:defRPr>
            </a:lvl9pPr>
          </a:lstStyle>
          <a:p xmlns:a="http://schemas.openxmlformats.org/drawingml/2006/main">
            <a:pPr algn="r" rtl="1">
              <a:defRPr sz="5100" b="1">
                <a:solidFill>
                  <a:srgbClr val="FFFFFF"/>
                </a:solidFill>
                <a:latin typeface="DejaVu Sans"/>
                <a:ea typeface="DejaVu Sans"/>
                <a:cs typeface="DejaVu Sans"/>
              </a:defRPr>
            </a:pPr>
            <a:r>
              <a:rPr sz="5100" b="1" lang="ar-SA">
                <a:solidFill>
                  <a:srgbClr val="FFFFFF"/>
                </a:solidFill>
                <a:latin typeface="DejaVu Sans"/>
                <a:ea typeface="DejaVu Sans"/>
                <a:cs typeface="DejaVu Sans"/>
              </a:rPr>
              <a:t>الانسحاب</a:t>
            </a:r>
          </a:p>
          <a:p xmlns:a="http://schemas.openxmlformats.org/drawingml/2006/main">
            <a:pPr algn="r" rtl="1">
              <a:defRPr sz="5100" b="1">
                <a:solidFill>
                  <a:srgbClr val="FFFFFF"/>
                </a:solidFill>
                <a:latin typeface="DejaVu Sans"/>
                <a:ea typeface="DejaVu Sans"/>
                <a:cs typeface="DejaVu Sans"/>
              </a:defRPr>
            </a:pPr>
            <a:r>
              <a:rPr sz="5100" b="1" lang="ar-SA">
                <a:solidFill>
                  <a:srgbClr val="FFFFFF"/>
                </a:solidFill>
                <a:latin typeface="DejaVu Sans"/>
                <a:ea typeface="DejaVu Sans"/>
                <a:cs typeface="DejaVu Sans"/>
              </a:rPr>
              <a:t>والفشل الدراسي</a:t>
            </a:r>
          </a:p>
        </p:txBody>
      </p:sp>
      <p:sp>
        <p:nvSpPr>
          <p:cNvPr id="4" name="text-3">
            <a:extLst xmlns:a="http://schemas.openxmlformats.org/drawingml/2006/main">
              <a:ext uri="{FF2B5EF4-FFF2-40B4-BE49-F238E27FC236}">
                <a16:creationId xmlns:a16="http://schemas.microsoft.com/office/drawing/2014/main" id="{0253E5BC-0F5B-45DB-B431-A1E63A8FD882}"/>
              </a:ext>
            </a:extLst>
          </p:cNvPr>
          <p:cNvSpPr>
            <a:spLocks xmlns:a="http://schemas.openxmlformats.org/drawingml/2006/main" noGrp="1"/>
          </p:cNvSpPr>
          <p:nvPr/>
        </p:nvSpPr>
        <p:spPr>
          <a:xfrm xmlns:a="http://schemas.openxmlformats.org/drawingml/2006/main">
            <a:off x="1200150" y="35433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2250" b="0">
                <a:solidFill>
                  <a:srgbClr val="C5D5DF"/>
                </a:solidFill>
                <a:latin typeface="DejaVu Sans"/>
                <a:ea typeface="DejaVu Sans"/>
                <a:cs typeface="DejaVu Sans"/>
              </a:defRPr>
            </a:defPPr>
            <a:lvl1pPr algn="r">
              <a:defRPr sz="2250" b="0">
                <a:solidFill>
                  <a:srgbClr val="C5D5DF"/>
                </a:solidFill>
                <a:latin typeface="DejaVu Sans"/>
                <a:ea typeface="DejaVu Sans"/>
                <a:cs typeface="DejaVu Sans"/>
              </a:defRPr>
            </a:lvl1pPr>
            <a:lvl2pPr algn="r">
              <a:defRPr sz="2250" b="0">
                <a:solidFill>
                  <a:srgbClr val="C5D5DF"/>
                </a:solidFill>
                <a:latin typeface="DejaVu Sans"/>
                <a:ea typeface="DejaVu Sans"/>
                <a:cs typeface="DejaVu Sans"/>
              </a:defRPr>
            </a:lvl2pPr>
            <a:lvl3pPr algn="r">
              <a:defRPr sz="2250" b="0">
                <a:solidFill>
                  <a:srgbClr val="C5D5DF"/>
                </a:solidFill>
                <a:latin typeface="DejaVu Sans"/>
                <a:ea typeface="DejaVu Sans"/>
                <a:cs typeface="DejaVu Sans"/>
              </a:defRPr>
            </a:lvl3pPr>
            <a:lvl4pPr algn="r">
              <a:defRPr sz="2250" b="0">
                <a:solidFill>
                  <a:srgbClr val="C5D5DF"/>
                </a:solidFill>
                <a:latin typeface="DejaVu Sans"/>
                <a:ea typeface="DejaVu Sans"/>
                <a:cs typeface="DejaVu Sans"/>
              </a:defRPr>
            </a:lvl4pPr>
            <a:lvl5pPr algn="r">
              <a:defRPr sz="2250" b="0">
                <a:solidFill>
                  <a:srgbClr val="C5D5DF"/>
                </a:solidFill>
                <a:latin typeface="DejaVu Sans"/>
                <a:ea typeface="DejaVu Sans"/>
                <a:cs typeface="DejaVu Sans"/>
              </a:defRPr>
            </a:lvl5pPr>
            <a:lvl6pPr algn="r">
              <a:defRPr sz="2250" b="0">
                <a:solidFill>
                  <a:srgbClr val="C5D5DF"/>
                </a:solidFill>
                <a:latin typeface="DejaVu Sans"/>
                <a:ea typeface="DejaVu Sans"/>
                <a:cs typeface="DejaVu Sans"/>
              </a:defRPr>
            </a:lvl6pPr>
            <a:lvl7pPr algn="r">
              <a:defRPr sz="2250" b="0">
                <a:solidFill>
                  <a:srgbClr val="C5D5DF"/>
                </a:solidFill>
                <a:latin typeface="DejaVu Sans"/>
                <a:ea typeface="DejaVu Sans"/>
                <a:cs typeface="DejaVu Sans"/>
              </a:defRPr>
            </a:lvl7pPr>
            <a:lvl8pPr algn="r">
              <a:defRPr sz="2250" b="0">
                <a:solidFill>
                  <a:srgbClr val="C5D5DF"/>
                </a:solidFill>
                <a:latin typeface="DejaVu Sans"/>
                <a:ea typeface="DejaVu Sans"/>
                <a:cs typeface="DejaVu Sans"/>
              </a:defRPr>
            </a:lvl8pPr>
            <a:lvl9pPr algn="r">
              <a:defRPr sz="2250" b="0">
                <a:solidFill>
                  <a:srgbClr val="C5D5DF"/>
                </a:solidFill>
                <a:latin typeface="DejaVu Sans"/>
                <a:ea typeface="DejaVu Sans"/>
                <a:cs typeface="DejaVu Sans"/>
              </a:defRPr>
            </a:lvl9pPr>
          </a:lstStyle>
          <a:p xmlns:a="http://schemas.openxmlformats.org/drawingml/2006/main">
            <a:pPr algn="r" rtl="1">
              <a:defRPr sz="2250" b="0">
                <a:solidFill>
                  <a:srgbClr val="C5D5DF"/>
                </a:solidFill>
                <a:latin typeface="DejaVu Sans"/>
                <a:ea typeface="DejaVu Sans"/>
                <a:cs typeface="DejaVu Sans"/>
              </a:defRPr>
            </a:pPr>
            <a:r>
              <a:rPr sz="2250" b="0" lang="ar-SA">
                <a:solidFill>
                  <a:srgbClr val="C5D5DF"/>
                </a:solidFill>
                <a:latin typeface="DejaVu Sans"/>
                <a:ea typeface="DejaVu Sans"/>
                <a:cs typeface="DejaVu Sans"/>
              </a:rPr>
              <a:t>نتائج الدراسة ومقترحات دعم الطلاب</a:t>
            </a:r>
          </a:p>
        </p:txBody>
      </p:sp>
      <p:sp>
        <p:nvSpPr>
          <p:cNvPr id="5" name="text-4">
            <a:extLst xmlns:a="http://schemas.openxmlformats.org/drawingml/2006/main">
              <a:ext uri="{FF2B5EF4-FFF2-40B4-BE49-F238E27FC236}">
                <a16:creationId xmlns:a16="http://schemas.microsoft.com/office/drawing/2014/main" id="{B6323E6F-ACE6-4DAD-B174-8380B19C69DF}"/>
              </a:ext>
            </a:extLst>
          </p:cNvPr>
          <p:cNvSpPr>
            <a:spLocks xmlns:a="http://schemas.openxmlformats.org/drawingml/2006/main" noGrp="1"/>
          </p:cNvSpPr>
          <p:nvPr/>
        </p:nvSpPr>
        <p:spPr>
          <a:xfrm xmlns:a="http://schemas.openxmlformats.org/drawingml/2006/main">
            <a:off x="6819900" y="475297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6150" b="1">
                <a:solidFill>
                  <a:srgbClr val="D45E50"/>
                </a:solidFill>
                <a:latin typeface="DejaVu Sans"/>
                <a:ea typeface="DejaVu Sans"/>
                <a:cs typeface="DejaVu Sans"/>
              </a:defRPr>
            </a:defPPr>
            <a:lvl1pPr algn="r">
              <a:defRPr sz="6150" b="1">
                <a:solidFill>
                  <a:srgbClr val="D45E50"/>
                </a:solidFill>
                <a:latin typeface="DejaVu Sans"/>
                <a:ea typeface="DejaVu Sans"/>
                <a:cs typeface="DejaVu Sans"/>
              </a:defRPr>
            </a:lvl1pPr>
            <a:lvl2pPr algn="r">
              <a:defRPr sz="6150" b="1">
                <a:solidFill>
                  <a:srgbClr val="D45E50"/>
                </a:solidFill>
                <a:latin typeface="DejaVu Sans"/>
                <a:ea typeface="DejaVu Sans"/>
                <a:cs typeface="DejaVu Sans"/>
              </a:defRPr>
            </a:lvl2pPr>
            <a:lvl3pPr algn="r">
              <a:defRPr sz="6150" b="1">
                <a:solidFill>
                  <a:srgbClr val="D45E50"/>
                </a:solidFill>
                <a:latin typeface="DejaVu Sans"/>
                <a:ea typeface="DejaVu Sans"/>
                <a:cs typeface="DejaVu Sans"/>
              </a:defRPr>
            </a:lvl3pPr>
            <a:lvl4pPr algn="r">
              <a:defRPr sz="6150" b="1">
                <a:solidFill>
                  <a:srgbClr val="D45E50"/>
                </a:solidFill>
                <a:latin typeface="DejaVu Sans"/>
                <a:ea typeface="DejaVu Sans"/>
                <a:cs typeface="DejaVu Sans"/>
              </a:defRPr>
            </a:lvl4pPr>
            <a:lvl5pPr algn="r">
              <a:defRPr sz="6150" b="1">
                <a:solidFill>
                  <a:srgbClr val="D45E50"/>
                </a:solidFill>
                <a:latin typeface="DejaVu Sans"/>
                <a:ea typeface="DejaVu Sans"/>
                <a:cs typeface="DejaVu Sans"/>
              </a:defRPr>
            </a:lvl5pPr>
            <a:lvl6pPr algn="r">
              <a:defRPr sz="6150" b="1">
                <a:solidFill>
                  <a:srgbClr val="D45E50"/>
                </a:solidFill>
                <a:latin typeface="DejaVu Sans"/>
                <a:ea typeface="DejaVu Sans"/>
                <a:cs typeface="DejaVu Sans"/>
              </a:defRPr>
            </a:lvl6pPr>
            <a:lvl7pPr algn="r">
              <a:defRPr sz="6150" b="1">
                <a:solidFill>
                  <a:srgbClr val="D45E50"/>
                </a:solidFill>
                <a:latin typeface="DejaVu Sans"/>
                <a:ea typeface="DejaVu Sans"/>
                <a:cs typeface="DejaVu Sans"/>
              </a:defRPr>
            </a:lvl7pPr>
            <a:lvl8pPr algn="r">
              <a:defRPr sz="6150" b="1">
                <a:solidFill>
                  <a:srgbClr val="D45E50"/>
                </a:solidFill>
                <a:latin typeface="DejaVu Sans"/>
                <a:ea typeface="DejaVu Sans"/>
                <a:cs typeface="DejaVu Sans"/>
              </a:defRPr>
            </a:lvl8pPr>
            <a:lvl9pPr algn="r">
              <a:defRPr sz="6150" b="1">
                <a:solidFill>
                  <a:srgbClr val="D45E50"/>
                </a:solidFill>
                <a:latin typeface="DejaVu Sans"/>
                <a:ea typeface="DejaVu Sans"/>
                <a:cs typeface="DejaVu Sans"/>
              </a:defRPr>
            </a:lvl9pPr>
          </a:lstStyle>
          <a:p xmlns:a="http://schemas.openxmlformats.org/drawingml/2006/main">
            <a:pPr algn="r">
              <a:defRPr sz="6150" b="1">
                <a:solidFill>
                  <a:srgbClr val="D45E50"/>
                </a:solidFill>
                <a:latin typeface="DejaVu Sans"/>
                <a:ea typeface="DejaVu Sans"/>
                <a:cs typeface="DejaVu Sans"/>
              </a:defRPr>
            </a:pPr>
            <a:r>
              <a:rPr sz="6150" b="1">
                <a:solidFill>
                  <a:srgbClr val="D45E50"/>
                </a:solidFill>
                <a:latin typeface="DejaVu Sans"/>
                <a:ea typeface="DejaVu Sans"/>
                <a:cs typeface="DejaVu Sans"/>
              </a:rPr>
              <a:t>52.80%</a:t>
            </a:r>
          </a:p>
        </p:txBody>
      </p:sp>
      <p:sp>
        <p:nvSpPr>
          <p:cNvPr id="6" name="text-5">
            <a:extLst xmlns:a="http://schemas.openxmlformats.org/drawingml/2006/main">
              <a:ext uri="{FF2B5EF4-FFF2-40B4-BE49-F238E27FC236}">
                <a16:creationId xmlns:a16="http://schemas.microsoft.com/office/drawing/2014/main" id="{6F50714E-1ADA-4A72-9652-756EB02D4788}"/>
              </a:ext>
            </a:extLst>
          </p:cNvPr>
          <p:cNvSpPr>
            <a:spLocks xmlns:a="http://schemas.openxmlformats.org/drawingml/2006/main" noGrp="1"/>
          </p:cNvSpPr>
          <p:nvPr/>
        </p:nvSpPr>
        <p:spPr>
          <a:xfrm xmlns:a="http://schemas.openxmlformats.org/drawingml/2006/main">
            <a:off x="952500" y="4962525"/>
            <a:ext cx="638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2100" b="0">
                <a:solidFill>
                  <a:srgbClr val="FFFFFF"/>
                </a:solidFill>
                <a:latin typeface="DejaVu Sans"/>
                <a:ea typeface="DejaVu Sans"/>
                <a:cs typeface="DejaVu Sans"/>
              </a:defRPr>
            </a:defPPr>
            <a:lvl1pPr algn="r">
              <a:defRPr sz="2100" b="0">
                <a:solidFill>
                  <a:srgbClr val="FFFFFF"/>
                </a:solidFill>
                <a:latin typeface="DejaVu Sans"/>
                <a:ea typeface="DejaVu Sans"/>
                <a:cs typeface="DejaVu Sans"/>
              </a:defRPr>
            </a:lvl1pPr>
            <a:lvl2pPr algn="r">
              <a:defRPr sz="2100" b="0">
                <a:solidFill>
                  <a:srgbClr val="FFFFFF"/>
                </a:solidFill>
                <a:latin typeface="DejaVu Sans"/>
                <a:ea typeface="DejaVu Sans"/>
                <a:cs typeface="DejaVu Sans"/>
              </a:defRPr>
            </a:lvl2pPr>
            <a:lvl3pPr algn="r">
              <a:defRPr sz="2100" b="0">
                <a:solidFill>
                  <a:srgbClr val="FFFFFF"/>
                </a:solidFill>
                <a:latin typeface="DejaVu Sans"/>
                <a:ea typeface="DejaVu Sans"/>
                <a:cs typeface="DejaVu Sans"/>
              </a:defRPr>
            </a:lvl3pPr>
            <a:lvl4pPr algn="r">
              <a:defRPr sz="2100" b="0">
                <a:solidFill>
                  <a:srgbClr val="FFFFFF"/>
                </a:solidFill>
                <a:latin typeface="DejaVu Sans"/>
                <a:ea typeface="DejaVu Sans"/>
                <a:cs typeface="DejaVu Sans"/>
              </a:defRPr>
            </a:lvl4pPr>
            <a:lvl5pPr algn="r">
              <a:defRPr sz="2100" b="0">
                <a:solidFill>
                  <a:srgbClr val="FFFFFF"/>
                </a:solidFill>
                <a:latin typeface="DejaVu Sans"/>
                <a:ea typeface="DejaVu Sans"/>
                <a:cs typeface="DejaVu Sans"/>
              </a:defRPr>
            </a:lvl5pPr>
            <a:lvl6pPr algn="r">
              <a:defRPr sz="2100" b="0">
                <a:solidFill>
                  <a:srgbClr val="FFFFFF"/>
                </a:solidFill>
                <a:latin typeface="DejaVu Sans"/>
                <a:ea typeface="DejaVu Sans"/>
                <a:cs typeface="DejaVu Sans"/>
              </a:defRPr>
            </a:lvl6pPr>
            <a:lvl7pPr algn="r">
              <a:defRPr sz="2100" b="0">
                <a:solidFill>
                  <a:srgbClr val="FFFFFF"/>
                </a:solidFill>
                <a:latin typeface="DejaVu Sans"/>
                <a:ea typeface="DejaVu Sans"/>
                <a:cs typeface="DejaVu Sans"/>
              </a:defRPr>
            </a:lvl7pPr>
            <a:lvl8pPr algn="r">
              <a:defRPr sz="2100" b="0">
                <a:solidFill>
                  <a:srgbClr val="FFFFFF"/>
                </a:solidFill>
                <a:latin typeface="DejaVu Sans"/>
                <a:ea typeface="DejaVu Sans"/>
                <a:cs typeface="DejaVu Sans"/>
              </a:defRPr>
            </a:lvl8pPr>
            <a:lvl9pPr algn="r">
              <a:defRPr sz="2100" b="0">
                <a:solidFill>
                  <a:srgbClr val="FFFFFF"/>
                </a:solidFill>
                <a:latin typeface="DejaVu Sans"/>
                <a:ea typeface="DejaVu Sans"/>
                <a:cs typeface="DejaVu Sans"/>
              </a:defRPr>
            </a:lvl9pPr>
          </a:lstStyle>
          <a:p xmlns:a="http://schemas.openxmlformats.org/drawingml/2006/main">
            <a:pPr algn="r" rtl="1">
              <a:defRPr sz="2100" b="0">
                <a:solidFill>
                  <a:srgbClr val="FFFFFF"/>
                </a:solidFill>
                <a:latin typeface="DejaVu Sans"/>
                <a:ea typeface="DejaVu Sans"/>
                <a:cs typeface="DejaVu Sans"/>
              </a:defRPr>
            </a:pPr>
            <a:r>
              <a:rPr sz="2100" b="0" lang="ar-SA">
                <a:solidFill>
                  <a:srgbClr val="FFFFFF"/>
                </a:solidFill>
                <a:latin typeface="DejaVu Sans"/>
                <a:ea typeface="DejaVu Sans"/>
                <a:cs typeface="DejaVu Sans"/>
              </a:rPr>
              <a:t>من التسجيلات انتهت بالانسحاب أو الفشل</a:t>
            </a:r>
          </a:p>
        </p:txBody>
      </p:sp>
      <p:sp>
        <p:nvSpPr>
          <p:cNvPr id="7" name="text-6">
            <a:extLst xmlns:a="http://schemas.openxmlformats.org/drawingml/2006/main">
              <a:ext uri="{FF2B5EF4-FFF2-40B4-BE49-F238E27FC236}">
                <a16:creationId xmlns:a16="http://schemas.microsoft.com/office/drawing/2014/main" id="{0D36FE2E-6E2A-4EAC-A985-BB25C9F0D310}"/>
              </a:ext>
            </a:extLst>
          </p:cNvPr>
          <p:cNvSpPr>
            <a:spLocks xmlns:a="http://schemas.openxmlformats.org/drawingml/2006/main" noGrp="1"/>
          </p:cNvSpPr>
          <p:nvPr/>
        </p:nvSpPr>
        <p:spPr>
          <a:xfrm xmlns:a="http://schemas.openxmlformats.org/drawingml/2006/main">
            <a:off x="5867400" y="62103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350" b="0">
                <a:solidFill>
                  <a:srgbClr val="B8CDD8"/>
                </a:solidFill>
                <a:latin typeface="DejaVu Sans"/>
                <a:ea typeface="DejaVu Sans"/>
                <a:cs typeface="DejaVu Sans"/>
              </a:defRPr>
            </a:defPPr>
            <a:lvl1pPr algn="r">
              <a:defRPr sz="1350" b="0">
                <a:solidFill>
                  <a:srgbClr val="B8CDD8"/>
                </a:solidFill>
                <a:latin typeface="DejaVu Sans"/>
                <a:ea typeface="DejaVu Sans"/>
                <a:cs typeface="DejaVu Sans"/>
              </a:defRPr>
            </a:lvl1pPr>
            <a:lvl2pPr algn="r">
              <a:defRPr sz="1350" b="0">
                <a:solidFill>
                  <a:srgbClr val="B8CDD8"/>
                </a:solidFill>
                <a:latin typeface="DejaVu Sans"/>
                <a:ea typeface="DejaVu Sans"/>
                <a:cs typeface="DejaVu Sans"/>
              </a:defRPr>
            </a:lvl2pPr>
            <a:lvl3pPr algn="r">
              <a:defRPr sz="1350" b="0">
                <a:solidFill>
                  <a:srgbClr val="B8CDD8"/>
                </a:solidFill>
                <a:latin typeface="DejaVu Sans"/>
                <a:ea typeface="DejaVu Sans"/>
                <a:cs typeface="DejaVu Sans"/>
              </a:defRPr>
            </a:lvl3pPr>
            <a:lvl4pPr algn="r">
              <a:defRPr sz="1350" b="0">
                <a:solidFill>
                  <a:srgbClr val="B8CDD8"/>
                </a:solidFill>
                <a:latin typeface="DejaVu Sans"/>
                <a:ea typeface="DejaVu Sans"/>
                <a:cs typeface="DejaVu Sans"/>
              </a:defRPr>
            </a:lvl4pPr>
            <a:lvl5pPr algn="r">
              <a:defRPr sz="1350" b="0">
                <a:solidFill>
                  <a:srgbClr val="B8CDD8"/>
                </a:solidFill>
                <a:latin typeface="DejaVu Sans"/>
                <a:ea typeface="DejaVu Sans"/>
                <a:cs typeface="DejaVu Sans"/>
              </a:defRPr>
            </a:lvl5pPr>
            <a:lvl6pPr algn="r">
              <a:defRPr sz="1350" b="0">
                <a:solidFill>
                  <a:srgbClr val="B8CDD8"/>
                </a:solidFill>
                <a:latin typeface="DejaVu Sans"/>
                <a:ea typeface="DejaVu Sans"/>
                <a:cs typeface="DejaVu Sans"/>
              </a:defRPr>
            </a:lvl6pPr>
            <a:lvl7pPr algn="r">
              <a:defRPr sz="1350" b="0">
                <a:solidFill>
                  <a:srgbClr val="B8CDD8"/>
                </a:solidFill>
                <a:latin typeface="DejaVu Sans"/>
                <a:ea typeface="DejaVu Sans"/>
                <a:cs typeface="DejaVu Sans"/>
              </a:defRPr>
            </a:lvl7pPr>
            <a:lvl8pPr algn="r">
              <a:defRPr sz="1350" b="0">
                <a:solidFill>
                  <a:srgbClr val="B8CDD8"/>
                </a:solidFill>
                <a:latin typeface="DejaVu Sans"/>
                <a:ea typeface="DejaVu Sans"/>
                <a:cs typeface="DejaVu Sans"/>
              </a:defRPr>
            </a:lvl8pPr>
            <a:lvl9pPr algn="r">
              <a:defRPr sz="1350" b="0">
                <a:solidFill>
                  <a:srgbClr val="B8CDD8"/>
                </a:solidFill>
                <a:latin typeface="DejaVu Sans"/>
                <a:ea typeface="DejaVu Sans"/>
                <a:cs typeface="DejaVu Sans"/>
              </a:defRPr>
            </a:lvl9pPr>
          </a:lstStyle>
          <a:p xmlns:a="http://schemas.openxmlformats.org/drawingml/2006/main">
            <a:pPr algn="r" rtl="1">
              <a:defRPr sz="1350" b="0">
                <a:solidFill>
                  <a:srgbClr val="B8CDD8"/>
                </a:solidFill>
                <a:latin typeface="DejaVu Sans"/>
                <a:ea typeface="DejaVu Sans"/>
                <a:cs typeface="DejaVu Sans"/>
              </a:defRPr>
            </a:pPr>
            <a:r>
              <a:rPr sz="1350" b="0" lang="ar-SA">
                <a:solidFill>
                  <a:srgbClr val="B8CDD8"/>
                </a:solidFill>
                <a:latin typeface="DejaVu Sans"/>
                <a:ea typeface="DejaVu Sans"/>
                <a:cs typeface="DejaVu Sans"/>
              </a:rPr>
              <a:t>أكتوبر 2026</a:t>
            </a:r>
          </a:p>
        </p:txBody>
      </p:sp>
    </p:spTree>
    <p:extLst>
      <p:ext uri="{BB962C8B-B14F-4D97-AF65-F5344CB8AC3E}">
        <p14:creationId xmlns:p14="http://schemas.microsoft.com/office/powerpoint/2010/main" val="6412870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5B35BAD-3095-4B15-85B1-F513BDE359F8}"/>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الانسحاب والفشل يمثلان 52.80% من التسجيلات</a:t>
            </a:r>
          </a:p>
        </p:txBody>
      </p:sp>
      <p:sp>
        <p:nvSpPr>
          <p:cNvPr id="2" name="text-1">
            <a:extLst xmlns:a="http://schemas.openxmlformats.org/drawingml/2006/main">
              <a:ext uri="{FF2B5EF4-FFF2-40B4-BE49-F238E27FC236}">
                <a16:creationId xmlns:a16="http://schemas.microsoft.com/office/drawing/2014/main" id="{5FCF19D3-0C5A-44AD-885A-E4023CF44134}"/>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32,593 تسجيلًا في 7 مقررات و22 تقديمًا</a:t>
            </a:r>
          </a:p>
        </p:txBody>
      </p:sp>
      <p:sp>
        <p:nvSpPr>
          <p:cNvPr id="3" name="text-2">
            <a:extLst xmlns:a="http://schemas.openxmlformats.org/drawingml/2006/main">
              <a:ext uri="{FF2B5EF4-FFF2-40B4-BE49-F238E27FC236}">
                <a16:creationId xmlns:a16="http://schemas.microsoft.com/office/drawing/2014/main" id="{0B9D347B-D714-404F-A5DE-5E368013A098}"/>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02</a:t>
            </a:r>
          </a:p>
        </p:txBody>
      </p:sp>
      <p:graphicFrame>
        <p:nvGraphicFramePr>
          <p:cNvPr id="4" name="Chart">
            <a:extLst xmlns:a="http://schemas.openxmlformats.org/drawingml/2006/main">
              <a:ext uri="{FF2B5EF4-FFF2-40B4-BE49-F238E27FC236}">
                <a16:creationId xmlns:a16="http://schemas.microsoft.com/office/drawing/2014/main" id="{8D92F28C-AE57-4C83-9AD2-0B0DE773C102}"/>
              </a:ext>
            </a:extLst>
          </p:cNvPr>
          <p:cNvGraphicFramePr/>
          <p:nvPr/>
        </p:nvGraphicFramePr>
        <p:xfrm>
          <a:off xmlns:a="http://schemas.openxmlformats.org/drawingml/2006/main" x="514350" y="1819275"/>
          <a:ext xmlns:a="http://schemas.openxmlformats.org/drawingml/2006/main" cx="11144250" cy="3143250"/>
        </p:xfrm>
        <a:graphic xmlns:a="http://schemas.openxmlformats.org/drawingml/2006/main">
          <a:graphicData uri="http://schemas.openxmlformats.org/drawingml/2006/chart">
            <c:chart xmlns:r="http://schemas.openxmlformats.org/officeDocument/2006/relationships" xmlns:c="http://schemas.openxmlformats.org/drawingml/2006/chart" r:id="Raa18b18f836144ac"/>
          </a:graphicData>
        </a:graphic>
      </p:graphicFrame>
      <p:sp>
        <p:nvSpPr>
          <p:cNvPr id="5" name="text-3">
            <a:extLst xmlns:a="http://schemas.openxmlformats.org/drawingml/2006/main">
              <a:ext uri="{FF2B5EF4-FFF2-40B4-BE49-F238E27FC236}">
                <a16:creationId xmlns:a16="http://schemas.microsoft.com/office/drawing/2014/main" id="{AFECCB1C-F191-4188-B4D1-A1D38C041366}"/>
              </a:ext>
            </a:extLst>
          </p:cNvPr>
          <p:cNvSpPr>
            <a:spLocks xmlns:a="http://schemas.openxmlformats.org/drawingml/2006/main" noGrp="1"/>
          </p:cNvSpPr>
          <p:nvPr/>
        </p:nvSpPr>
        <p:spPr>
          <a:xfrm xmlns:a="http://schemas.openxmlformats.org/drawingml/2006/main">
            <a:off x="8239125" y="52387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900" b="1">
                <a:solidFill>
                  <a:srgbClr val="D45E50"/>
                </a:solidFill>
                <a:latin typeface="DejaVu Sans"/>
                <a:ea typeface="DejaVu Sans"/>
                <a:cs typeface="DejaVu Sans"/>
              </a:defRPr>
            </a:defPPr>
            <a:lvl1pPr algn="r">
              <a:defRPr sz="3900" b="1">
                <a:solidFill>
                  <a:srgbClr val="D45E50"/>
                </a:solidFill>
                <a:latin typeface="DejaVu Sans"/>
                <a:ea typeface="DejaVu Sans"/>
                <a:cs typeface="DejaVu Sans"/>
              </a:defRPr>
            </a:lvl1pPr>
            <a:lvl2pPr algn="r">
              <a:defRPr sz="3900" b="1">
                <a:solidFill>
                  <a:srgbClr val="D45E50"/>
                </a:solidFill>
                <a:latin typeface="DejaVu Sans"/>
                <a:ea typeface="DejaVu Sans"/>
                <a:cs typeface="DejaVu Sans"/>
              </a:defRPr>
            </a:lvl2pPr>
            <a:lvl3pPr algn="r">
              <a:defRPr sz="3900" b="1">
                <a:solidFill>
                  <a:srgbClr val="D45E50"/>
                </a:solidFill>
                <a:latin typeface="DejaVu Sans"/>
                <a:ea typeface="DejaVu Sans"/>
                <a:cs typeface="DejaVu Sans"/>
              </a:defRPr>
            </a:lvl3pPr>
            <a:lvl4pPr algn="r">
              <a:defRPr sz="3900" b="1">
                <a:solidFill>
                  <a:srgbClr val="D45E50"/>
                </a:solidFill>
                <a:latin typeface="DejaVu Sans"/>
                <a:ea typeface="DejaVu Sans"/>
                <a:cs typeface="DejaVu Sans"/>
              </a:defRPr>
            </a:lvl4pPr>
            <a:lvl5pPr algn="r">
              <a:defRPr sz="3900" b="1">
                <a:solidFill>
                  <a:srgbClr val="D45E50"/>
                </a:solidFill>
                <a:latin typeface="DejaVu Sans"/>
                <a:ea typeface="DejaVu Sans"/>
                <a:cs typeface="DejaVu Sans"/>
              </a:defRPr>
            </a:lvl5pPr>
            <a:lvl6pPr algn="r">
              <a:defRPr sz="3900" b="1">
                <a:solidFill>
                  <a:srgbClr val="D45E50"/>
                </a:solidFill>
                <a:latin typeface="DejaVu Sans"/>
                <a:ea typeface="DejaVu Sans"/>
                <a:cs typeface="DejaVu Sans"/>
              </a:defRPr>
            </a:lvl6pPr>
            <a:lvl7pPr algn="r">
              <a:defRPr sz="3900" b="1">
                <a:solidFill>
                  <a:srgbClr val="D45E50"/>
                </a:solidFill>
                <a:latin typeface="DejaVu Sans"/>
                <a:ea typeface="DejaVu Sans"/>
                <a:cs typeface="DejaVu Sans"/>
              </a:defRPr>
            </a:lvl7pPr>
            <a:lvl8pPr algn="r">
              <a:defRPr sz="3900" b="1">
                <a:solidFill>
                  <a:srgbClr val="D45E50"/>
                </a:solidFill>
                <a:latin typeface="DejaVu Sans"/>
                <a:ea typeface="DejaVu Sans"/>
                <a:cs typeface="DejaVu Sans"/>
              </a:defRPr>
            </a:lvl8pPr>
            <a:lvl9pPr algn="r">
              <a:defRPr sz="3900" b="1">
                <a:solidFill>
                  <a:srgbClr val="D45E50"/>
                </a:solidFill>
                <a:latin typeface="DejaVu Sans"/>
                <a:ea typeface="DejaVu Sans"/>
                <a:cs typeface="DejaVu Sans"/>
              </a:defRPr>
            </a:lvl9pPr>
          </a:lstStyle>
          <a:p xmlns:a="http://schemas.openxmlformats.org/drawingml/2006/main">
            <a:pPr algn="r">
              <a:defRPr sz="3900" b="1">
                <a:solidFill>
                  <a:srgbClr val="D45E50"/>
                </a:solidFill>
                <a:latin typeface="DejaVu Sans"/>
                <a:ea typeface="DejaVu Sans"/>
                <a:cs typeface="DejaVu Sans"/>
              </a:defRPr>
            </a:pPr>
            <a:r>
              <a:rPr sz="3900" b="1">
                <a:solidFill>
                  <a:srgbClr val="D45E50"/>
                </a:solidFill>
                <a:latin typeface="DejaVu Sans"/>
                <a:ea typeface="DejaVu Sans"/>
                <a:cs typeface="DejaVu Sans"/>
              </a:rPr>
              <a:t>17,208</a:t>
            </a:r>
          </a:p>
        </p:txBody>
      </p:sp>
      <p:sp>
        <p:nvSpPr>
          <p:cNvPr id="6" name="text-4">
            <a:extLst xmlns:a="http://schemas.openxmlformats.org/drawingml/2006/main">
              <a:ext uri="{FF2B5EF4-FFF2-40B4-BE49-F238E27FC236}">
                <a16:creationId xmlns:a16="http://schemas.microsoft.com/office/drawing/2014/main" id="{24142FBE-5D49-440D-9EB2-213B39D139DF}"/>
              </a:ext>
            </a:extLst>
          </p:cNvPr>
          <p:cNvSpPr>
            <a:spLocks xmlns:a="http://schemas.openxmlformats.org/drawingml/2006/main" noGrp="1"/>
          </p:cNvSpPr>
          <p:nvPr/>
        </p:nvSpPr>
        <p:spPr>
          <a:xfrm xmlns:a="http://schemas.openxmlformats.org/drawingml/2006/main">
            <a:off x="2047875" y="5467350"/>
            <a:ext cx="666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950" b="0">
                <a:solidFill>
                  <a:srgbClr val="132D40"/>
                </a:solidFill>
                <a:latin typeface="DejaVu Sans"/>
                <a:ea typeface="DejaVu Sans"/>
                <a:cs typeface="DejaVu Sans"/>
              </a:defRPr>
            </a:defPPr>
            <a:lvl1pPr algn="r">
              <a:defRPr sz="1950" b="0">
                <a:solidFill>
                  <a:srgbClr val="132D40"/>
                </a:solidFill>
                <a:latin typeface="DejaVu Sans"/>
                <a:ea typeface="DejaVu Sans"/>
                <a:cs typeface="DejaVu Sans"/>
              </a:defRPr>
            </a:lvl1pPr>
            <a:lvl2pPr algn="r">
              <a:defRPr sz="1950" b="0">
                <a:solidFill>
                  <a:srgbClr val="132D40"/>
                </a:solidFill>
                <a:latin typeface="DejaVu Sans"/>
                <a:ea typeface="DejaVu Sans"/>
                <a:cs typeface="DejaVu Sans"/>
              </a:defRPr>
            </a:lvl2pPr>
            <a:lvl3pPr algn="r">
              <a:defRPr sz="1950" b="0">
                <a:solidFill>
                  <a:srgbClr val="132D40"/>
                </a:solidFill>
                <a:latin typeface="DejaVu Sans"/>
                <a:ea typeface="DejaVu Sans"/>
                <a:cs typeface="DejaVu Sans"/>
              </a:defRPr>
            </a:lvl3pPr>
            <a:lvl4pPr algn="r">
              <a:defRPr sz="1950" b="0">
                <a:solidFill>
                  <a:srgbClr val="132D40"/>
                </a:solidFill>
                <a:latin typeface="DejaVu Sans"/>
                <a:ea typeface="DejaVu Sans"/>
                <a:cs typeface="DejaVu Sans"/>
              </a:defRPr>
            </a:lvl4pPr>
            <a:lvl5pPr algn="r">
              <a:defRPr sz="1950" b="0">
                <a:solidFill>
                  <a:srgbClr val="132D40"/>
                </a:solidFill>
                <a:latin typeface="DejaVu Sans"/>
                <a:ea typeface="DejaVu Sans"/>
                <a:cs typeface="DejaVu Sans"/>
              </a:defRPr>
            </a:lvl5pPr>
            <a:lvl6pPr algn="r">
              <a:defRPr sz="1950" b="0">
                <a:solidFill>
                  <a:srgbClr val="132D40"/>
                </a:solidFill>
                <a:latin typeface="DejaVu Sans"/>
                <a:ea typeface="DejaVu Sans"/>
                <a:cs typeface="DejaVu Sans"/>
              </a:defRPr>
            </a:lvl6pPr>
            <a:lvl7pPr algn="r">
              <a:defRPr sz="1950" b="0">
                <a:solidFill>
                  <a:srgbClr val="132D40"/>
                </a:solidFill>
                <a:latin typeface="DejaVu Sans"/>
                <a:ea typeface="DejaVu Sans"/>
                <a:cs typeface="DejaVu Sans"/>
              </a:defRPr>
            </a:lvl7pPr>
            <a:lvl8pPr algn="r">
              <a:defRPr sz="1950" b="0">
                <a:solidFill>
                  <a:srgbClr val="132D40"/>
                </a:solidFill>
                <a:latin typeface="DejaVu Sans"/>
                <a:ea typeface="DejaVu Sans"/>
                <a:cs typeface="DejaVu Sans"/>
              </a:defRPr>
            </a:lvl8pPr>
            <a:lvl9pPr algn="r">
              <a:defRPr sz="1950" b="0">
                <a:solidFill>
                  <a:srgbClr val="132D40"/>
                </a:solidFill>
                <a:latin typeface="DejaVu Sans"/>
                <a:ea typeface="DejaVu Sans"/>
                <a:cs typeface="DejaVu Sans"/>
              </a:defRPr>
            </a:lvl9pPr>
          </a:lstStyle>
          <a:p xmlns:a="http://schemas.openxmlformats.org/drawingml/2006/main">
            <a:pPr algn="r" rtl="1">
              <a:defRPr sz="1950" b="0">
                <a:solidFill>
                  <a:srgbClr val="132D40"/>
                </a:solidFill>
                <a:latin typeface="DejaVu Sans"/>
                <a:ea typeface="DejaVu Sans"/>
                <a:cs typeface="DejaVu Sans"/>
              </a:defRPr>
            </a:pPr>
            <a:r>
              <a:rPr sz="1950" b="0" lang="ar-SA">
                <a:solidFill>
                  <a:srgbClr val="132D40"/>
                </a:solidFill>
                <a:latin typeface="DejaVu Sans"/>
                <a:ea typeface="DejaVu Sans"/>
                <a:cs typeface="DejaVu Sans"/>
              </a:rPr>
              <a:t>تسجيلًا انتهت بالانسحاب أو الفشل</a:t>
            </a:r>
          </a:p>
        </p:txBody>
      </p:sp>
      <p:sp>
        <p:nvSpPr>
          <p:cNvPr id="7" name="text-5">
            <a:extLst xmlns:a="http://schemas.openxmlformats.org/drawingml/2006/main">
              <a:ext uri="{FF2B5EF4-FFF2-40B4-BE49-F238E27FC236}">
                <a16:creationId xmlns:a16="http://schemas.microsoft.com/office/drawing/2014/main" id="{D0D8B3D3-D0EA-4DDF-9B99-88B54A72BDF3}"/>
              </a:ext>
            </a:extLst>
          </p:cNvPr>
          <p:cNvSpPr>
            <a:spLocks xmlns:a="http://schemas.openxmlformats.org/drawingml/2006/main" noGrp="1"/>
          </p:cNvSpPr>
          <p:nvPr/>
        </p:nvSpPr>
        <p:spPr>
          <a:xfrm xmlns:a="http://schemas.openxmlformats.org/drawingml/2006/main">
            <a:off x="1095375" y="61341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350" b="0">
                <a:solidFill>
                  <a:srgbClr val="526577"/>
                </a:solidFill>
                <a:latin typeface="DejaVu Sans"/>
                <a:ea typeface="DejaVu Sans"/>
                <a:cs typeface="DejaVu Sans"/>
              </a:defRPr>
            </a:defPPr>
            <a:lvl1pPr algn="r">
              <a:defRPr sz="1350" b="0">
                <a:solidFill>
                  <a:srgbClr val="526577"/>
                </a:solidFill>
                <a:latin typeface="DejaVu Sans"/>
                <a:ea typeface="DejaVu Sans"/>
                <a:cs typeface="DejaVu Sans"/>
              </a:defRPr>
            </a:lvl1pPr>
            <a:lvl2pPr algn="r">
              <a:defRPr sz="1350" b="0">
                <a:solidFill>
                  <a:srgbClr val="526577"/>
                </a:solidFill>
                <a:latin typeface="DejaVu Sans"/>
                <a:ea typeface="DejaVu Sans"/>
                <a:cs typeface="DejaVu Sans"/>
              </a:defRPr>
            </a:lvl2pPr>
            <a:lvl3pPr algn="r">
              <a:defRPr sz="1350" b="0">
                <a:solidFill>
                  <a:srgbClr val="526577"/>
                </a:solidFill>
                <a:latin typeface="DejaVu Sans"/>
                <a:ea typeface="DejaVu Sans"/>
                <a:cs typeface="DejaVu Sans"/>
              </a:defRPr>
            </a:lvl3pPr>
            <a:lvl4pPr algn="r">
              <a:defRPr sz="1350" b="0">
                <a:solidFill>
                  <a:srgbClr val="526577"/>
                </a:solidFill>
                <a:latin typeface="DejaVu Sans"/>
                <a:ea typeface="DejaVu Sans"/>
                <a:cs typeface="DejaVu Sans"/>
              </a:defRPr>
            </a:lvl4pPr>
            <a:lvl5pPr algn="r">
              <a:defRPr sz="1350" b="0">
                <a:solidFill>
                  <a:srgbClr val="526577"/>
                </a:solidFill>
                <a:latin typeface="DejaVu Sans"/>
                <a:ea typeface="DejaVu Sans"/>
                <a:cs typeface="DejaVu Sans"/>
              </a:defRPr>
            </a:lvl5pPr>
            <a:lvl6pPr algn="r">
              <a:defRPr sz="1350" b="0">
                <a:solidFill>
                  <a:srgbClr val="526577"/>
                </a:solidFill>
                <a:latin typeface="DejaVu Sans"/>
                <a:ea typeface="DejaVu Sans"/>
                <a:cs typeface="DejaVu Sans"/>
              </a:defRPr>
            </a:lvl6pPr>
            <a:lvl7pPr algn="r">
              <a:defRPr sz="1350" b="0">
                <a:solidFill>
                  <a:srgbClr val="526577"/>
                </a:solidFill>
                <a:latin typeface="DejaVu Sans"/>
                <a:ea typeface="DejaVu Sans"/>
                <a:cs typeface="DejaVu Sans"/>
              </a:defRPr>
            </a:lvl7pPr>
            <a:lvl8pPr algn="r">
              <a:defRPr sz="1350" b="0">
                <a:solidFill>
                  <a:srgbClr val="526577"/>
                </a:solidFill>
                <a:latin typeface="DejaVu Sans"/>
                <a:ea typeface="DejaVu Sans"/>
                <a:cs typeface="DejaVu Sans"/>
              </a:defRPr>
            </a:lvl8pPr>
            <a:lvl9pPr algn="r">
              <a:defRPr sz="1350" b="0">
                <a:solidFill>
                  <a:srgbClr val="526577"/>
                </a:solidFill>
                <a:latin typeface="DejaVu Sans"/>
                <a:ea typeface="DejaVu Sans"/>
                <a:cs typeface="DejaVu Sans"/>
              </a:defRPr>
            </a:lvl9pPr>
          </a:lstStyle>
          <a:p xmlns:a="http://schemas.openxmlformats.org/drawingml/2006/main">
            <a:pPr algn="r" rtl="1">
              <a:defRPr sz="1350" b="0">
                <a:solidFill>
                  <a:srgbClr val="526577"/>
                </a:solidFill>
                <a:latin typeface="DejaVu Sans"/>
                <a:ea typeface="DejaVu Sans"/>
                <a:cs typeface="DejaVu Sans"/>
              </a:defRPr>
            </a:pPr>
            <a:r>
              <a:rPr sz="1350" b="0" lang="ar-SA">
                <a:solidFill>
                  <a:srgbClr val="526577"/>
                </a:solidFill>
                <a:latin typeface="DejaVu Sans"/>
                <a:ea typeface="DejaVu Sans"/>
                <a:cs typeface="DejaVu Sans"/>
              </a:rPr>
              <a:t>يشمل النجاح النجاح دون تفوق والتفوق. تُحسب جميع النسب على التسجيلات.</a:t>
            </a:r>
          </a:p>
        </p:txBody>
      </p:sp>
    </p:spTree>
    <p:extLst>
      <p:ext uri="{BB962C8B-B14F-4D97-AF65-F5344CB8AC3E}">
        <p14:creationId xmlns:p14="http://schemas.microsoft.com/office/powerpoint/2010/main" val="6377200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0AE1717-5247-4CD2-AE70-D4A26BCD83A1}"/>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أعلى نسب الانسحاب والفشل في CCC وDDD</a:t>
            </a:r>
          </a:p>
        </p:txBody>
      </p:sp>
      <p:sp>
        <p:nvSpPr>
          <p:cNvPr id="2" name="text-1">
            <a:extLst xmlns:a="http://schemas.openxmlformats.org/drawingml/2006/main">
              <a:ext uri="{FF2B5EF4-FFF2-40B4-BE49-F238E27FC236}">
                <a16:creationId xmlns:a16="http://schemas.microsoft.com/office/drawing/2014/main" id="{18E18C4C-56C7-4AC4-905E-CD4B759CCBE2}"/>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أكبر عدد من الحالات في BBB وFFF بواقع 4,155 و4,114 تسجيلًا على الترتيب</a:t>
            </a:r>
          </a:p>
        </p:txBody>
      </p:sp>
      <p:sp>
        <p:nvSpPr>
          <p:cNvPr id="3" name="text-2">
            <a:extLst xmlns:a="http://schemas.openxmlformats.org/drawingml/2006/main">
              <a:ext uri="{FF2B5EF4-FFF2-40B4-BE49-F238E27FC236}">
                <a16:creationId xmlns:a16="http://schemas.microsoft.com/office/drawing/2014/main" id="{CDB8E18B-A325-4CFA-91DB-060F99B13A97}"/>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03</a:t>
            </a:r>
          </a:p>
        </p:txBody>
      </p:sp>
      <p:graphicFrame>
        <p:nvGraphicFramePr>
          <p:cNvPr id="4" name="Chart">
            <a:extLst xmlns:a="http://schemas.openxmlformats.org/drawingml/2006/main">
              <a:ext uri="{FF2B5EF4-FFF2-40B4-BE49-F238E27FC236}">
                <a16:creationId xmlns:a16="http://schemas.microsoft.com/office/drawing/2014/main" id="{C4275101-74F6-4158-9AE2-6B8B1FEF3F77}"/>
              </a:ext>
            </a:extLst>
          </p:cNvPr>
          <p:cNvGraphicFramePr/>
          <p:nvPr/>
        </p:nvGraphicFramePr>
        <p:xfrm>
          <a:off xmlns:a="http://schemas.openxmlformats.org/drawingml/2006/main" x="514350" y="1762125"/>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694669d5e2344595"/>
          </a:graphicData>
        </a:graphic>
      </p:graphicFrame>
      <p:sp>
        <p:nvSpPr>
          <p:cNvPr id="5" name="text-3">
            <a:extLst xmlns:a="http://schemas.openxmlformats.org/drawingml/2006/main">
              <a:ext uri="{FF2B5EF4-FFF2-40B4-BE49-F238E27FC236}">
                <a16:creationId xmlns:a16="http://schemas.microsoft.com/office/drawing/2014/main" id="{D7CF3806-2079-404A-83A3-0B322BDF8E8E}"/>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7FE155A7-D8FC-42CC-A256-973BA9CBEE15}"/>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دعم الاستمرار في CCC وDDD، وتوفير سعة دعم لحجم الحالات في BBB وFFF، ومعالجة صعوبات الأداء في GGG.</a:t>
            </a:r>
          </a:p>
        </p:txBody>
      </p:sp>
    </p:spTree>
    <p:extLst>
      <p:ext uri="{BB962C8B-B14F-4D97-AF65-F5344CB8AC3E}">
        <p14:creationId xmlns:p14="http://schemas.microsoft.com/office/powerpoint/2010/main" val="7607826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B95D9CD-3097-47B4-A70C-E789E43A97C9}"/>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نحو نصف الانسحابات قبل انتهاء الشهر الأول</a:t>
            </a:r>
          </a:p>
        </p:txBody>
      </p:sp>
      <p:sp>
        <p:nvSpPr>
          <p:cNvPr id="2" name="text-1">
            <a:extLst xmlns:a="http://schemas.openxmlformats.org/drawingml/2006/main">
              <a:ext uri="{FF2B5EF4-FFF2-40B4-BE49-F238E27FC236}">
                <a16:creationId xmlns:a16="http://schemas.microsoft.com/office/drawing/2014/main" id="{3119AFB3-0704-4BDA-A686-7A1079A7DCBD}"/>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النسب المعروضة من إجمالي 10,156 حالة انسحاب</a:t>
            </a:r>
          </a:p>
        </p:txBody>
      </p:sp>
      <p:sp>
        <p:nvSpPr>
          <p:cNvPr id="3" name="text-2">
            <a:extLst xmlns:a="http://schemas.openxmlformats.org/drawingml/2006/main">
              <a:ext uri="{FF2B5EF4-FFF2-40B4-BE49-F238E27FC236}">
                <a16:creationId xmlns:a16="http://schemas.microsoft.com/office/drawing/2014/main" id="{0B3F110C-3714-4A79-AF69-CD0FC71C3FB0}"/>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04</a:t>
            </a:r>
          </a:p>
        </p:txBody>
      </p:sp>
      <p:graphicFrame>
        <p:nvGraphicFramePr>
          <p:cNvPr id="4" name="Chart">
            <a:extLst xmlns:a="http://schemas.openxmlformats.org/drawingml/2006/main">
              <a:ext uri="{FF2B5EF4-FFF2-40B4-BE49-F238E27FC236}">
                <a16:creationId xmlns:a16="http://schemas.microsoft.com/office/drawing/2014/main" id="{E48EF90B-6C94-4F93-9008-E30D36B6BD90}"/>
              </a:ext>
            </a:extLst>
          </p:cNvPr>
          <p:cNvGraphicFramePr/>
          <p:nvPr/>
        </p:nvGraphicFramePr>
        <p:xfrm>
          <a:off xmlns:a="http://schemas.openxmlformats.org/drawingml/2006/main" x="514350" y="1847850"/>
          <a:ext xmlns:a="http://schemas.openxmlformats.org/drawingml/2006/main" cx="11144250" cy="3209925"/>
        </p:xfrm>
        <a:graphic xmlns:a="http://schemas.openxmlformats.org/drawingml/2006/main">
          <a:graphicData uri="http://schemas.openxmlformats.org/drawingml/2006/chart">
            <c:chart xmlns:r="http://schemas.openxmlformats.org/officeDocument/2006/relationships" xmlns:c="http://schemas.openxmlformats.org/drawingml/2006/chart" r:id="R6bb046049a6b44a8"/>
          </a:graphicData>
        </a:graphic>
      </p:graphicFrame>
      <p:sp>
        <p:nvSpPr>
          <p:cNvPr id="5" name="text-3">
            <a:extLst xmlns:a="http://schemas.openxmlformats.org/drawingml/2006/main">
              <a:ext uri="{FF2B5EF4-FFF2-40B4-BE49-F238E27FC236}">
                <a16:creationId xmlns:a16="http://schemas.microsoft.com/office/drawing/2014/main" id="{2A00E1B7-C8E3-46B5-B90F-B26177EFEB35}"/>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C38C5C88-3269-401C-994B-75F63BFCEEC7}"/>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تهيئة قبل الدراسة، ومتابعة الأنشطة والتسليمات خلال أول أربعة أسابيع، مع استمرار الدعم بعد ذلك.</a:t>
            </a:r>
          </a:p>
        </p:txBody>
      </p:sp>
    </p:spTree>
    <p:extLst>
      <p:ext uri="{BB962C8B-B14F-4D97-AF65-F5344CB8AC3E}">
        <p14:creationId xmlns:p14="http://schemas.microsoft.com/office/powerpoint/2010/main" val="1785324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DACAF41-E257-4A63-A0FD-F3C17C1DA7C2}"/>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ارتفاع العبء الدراسي يرتبط بزيادة الانسحاب</a:t>
            </a:r>
          </a:p>
        </p:txBody>
      </p:sp>
      <p:sp>
        <p:nvSpPr>
          <p:cNvPr id="2" name="text-1">
            <a:extLst xmlns:a="http://schemas.openxmlformats.org/drawingml/2006/main">
              <a:ext uri="{FF2B5EF4-FFF2-40B4-BE49-F238E27FC236}">
                <a16:creationId xmlns:a16="http://schemas.microsoft.com/office/drawing/2014/main" id="{5714C7CC-C1CF-4C95-9D7A-74892076DE63}"/>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يرتفع مجموع الانسحاب والفشل من 48.20% إلى 69.64% بين فئات العبء</a:t>
            </a:r>
          </a:p>
        </p:txBody>
      </p:sp>
      <p:sp>
        <p:nvSpPr>
          <p:cNvPr id="3" name="text-2">
            <a:extLst xmlns:a="http://schemas.openxmlformats.org/drawingml/2006/main">
              <a:ext uri="{FF2B5EF4-FFF2-40B4-BE49-F238E27FC236}">
                <a16:creationId xmlns:a16="http://schemas.microsoft.com/office/drawing/2014/main" id="{1E6D8A14-FD85-492C-82D9-2A55D46A63F9}"/>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05</a:t>
            </a:r>
          </a:p>
        </p:txBody>
      </p:sp>
      <p:graphicFrame>
        <p:nvGraphicFramePr>
          <p:cNvPr id="4" name="Chart">
            <a:extLst xmlns:a="http://schemas.openxmlformats.org/drawingml/2006/main">
              <a:ext uri="{FF2B5EF4-FFF2-40B4-BE49-F238E27FC236}">
                <a16:creationId xmlns:a16="http://schemas.microsoft.com/office/drawing/2014/main" id="{93DF9B0F-8658-4C70-980B-85F4989330A8}"/>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d243b0b63be14ed8"/>
          </a:graphicData>
        </a:graphic>
      </p:graphicFrame>
      <p:sp>
        <p:nvSpPr>
          <p:cNvPr id="5" name="text-3">
            <a:extLst xmlns:a="http://schemas.openxmlformats.org/drawingml/2006/main">
              <a:ext uri="{FF2B5EF4-FFF2-40B4-BE49-F238E27FC236}">
                <a16:creationId xmlns:a16="http://schemas.microsoft.com/office/drawing/2014/main" id="{0BD8245C-0EC5-4959-8F54-B289A801A949}"/>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C4CB0D41-1492-4778-A5AC-90E30EF6BE61}"/>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مراجعة الوقت والالتزامات، خاصة فوق 120 وحدة، مع خطة أسبوعية وإتاحة تعديل العبء وفق اللوائح.</a:t>
            </a:r>
          </a:p>
        </p:txBody>
      </p:sp>
    </p:spTree>
    <p:extLst>
      <p:ext uri="{BB962C8B-B14F-4D97-AF65-F5344CB8AC3E}">
        <p14:creationId xmlns:p14="http://schemas.microsoft.com/office/powerpoint/2010/main" val="8053311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24376DB-A748-4B20-9BE6-C9B628EE01B5}"/>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العبء الدراسي والانسحاب داخل كل مقرر</a:t>
            </a:r>
          </a:p>
        </p:txBody>
      </p:sp>
      <p:sp>
        <p:nvSpPr>
          <p:cNvPr id="2" name="text-1">
            <a:extLst xmlns:a="http://schemas.openxmlformats.org/drawingml/2006/main">
              <a:ext uri="{FF2B5EF4-FFF2-40B4-BE49-F238E27FC236}">
                <a16:creationId xmlns:a16="http://schemas.microsoft.com/office/drawing/2014/main" id="{56523AC2-4851-4168-8DEF-ABA2EC7D2C3C}"/>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يرتفع الانسحاب عبر فئات العبء الثلاث داخل المقررات السبعة</a:t>
            </a:r>
          </a:p>
        </p:txBody>
      </p:sp>
      <p:sp>
        <p:nvSpPr>
          <p:cNvPr id="3" name="text-2">
            <a:extLst xmlns:a="http://schemas.openxmlformats.org/drawingml/2006/main">
              <a:ext uri="{FF2B5EF4-FFF2-40B4-BE49-F238E27FC236}">
                <a16:creationId xmlns:a16="http://schemas.microsoft.com/office/drawing/2014/main" id="{09A67BEE-B493-4F28-B320-53E4E4551CD6}"/>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06</a:t>
            </a:r>
          </a:p>
        </p:txBody>
      </p:sp>
      <p:graphicFrame>
        <p:nvGraphicFramePr>
          <p:cNvPr id="4" name="Chart">
            <a:extLst xmlns:a="http://schemas.openxmlformats.org/drawingml/2006/main">
              <a:ext uri="{FF2B5EF4-FFF2-40B4-BE49-F238E27FC236}">
                <a16:creationId xmlns:a16="http://schemas.microsoft.com/office/drawing/2014/main" id="{591750F0-C22D-4993-A21C-DF1D8BB572CC}"/>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96281da9be054fc5"/>
          </a:graphicData>
        </a:graphic>
      </p:graphicFrame>
      <p:sp>
        <p:nvSpPr>
          <p:cNvPr id="5" name="text-3">
            <a:extLst xmlns:a="http://schemas.openxmlformats.org/drawingml/2006/main">
              <a:ext uri="{FF2B5EF4-FFF2-40B4-BE49-F238E27FC236}">
                <a16:creationId xmlns:a16="http://schemas.microsoft.com/office/drawing/2014/main" id="{63E6E15E-235D-4A3A-8460-BE7E111FBBA1}"/>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3B870FB4-C884-45F4-A5F8-7C109AF7BBFF}"/>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إعطاء الأولوية لمراجعة العبء في CCC وDDD، وفهم ظروف كل طالب قبل تعديل خطته الدراسية.</a:t>
            </a:r>
          </a:p>
        </p:txBody>
      </p:sp>
    </p:spTree>
    <p:extLst>
      <p:ext uri="{BB962C8B-B14F-4D97-AF65-F5344CB8AC3E}">
        <p14:creationId xmlns:p14="http://schemas.microsoft.com/office/powerpoint/2010/main" val="14799715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CBA91A0-F5D1-4E50-B18E-CCD8A14F2AA5}"/>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المحاولات السابقة ترتبط بنتائج أضعف</a:t>
            </a:r>
          </a:p>
        </p:txBody>
      </p:sp>
      <p:sp>
        <p:nvSpPr>
          <p:cNvPr id="2" name="text-1">
            <a:extLst xmlns:a="http://schemas.openxmlformats.org/drawingml/2006/main">
              <a:ext uri="{FF2B5EF4-FFF2-40B4-BE49-F238E27FC236}">
                <a16:creationId xmlns:a16="http://schemas.microsoft.com/office/drawing/2014/main" id="{F8164BD9-D549-4881-B74C-315E24832EBF}"/>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الانسحاب والفشل معًا 66.92% مع محاولات سابقة، مقابل 50.72% دونها</a:t>
            </a:r>
          </a:p>
        </p:txBody>
      </p:sp>
      <p:sp>
        <p:nvSpPr>
          <p:cNvPr id="3" name="text-2">
            <a:extLst xmlns:a="http://schemas.openxmlformats.org/drawingml/2006/main">
              <a:ext uri="{FF2B5EF4-FFF2-40B4-BE49-F238E27FC236}">
                <a16:creationId xmlns:a16="http://schemas.microsoft.com/office/drawing/2014/main" id="{C385122D-6FD7-40A0-A4EC-AEBAA3DF57B8}"/>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07</a:t>
            </a:r>
          </a:p>
        </p:txBody>
      </p:sp>
      <p:graphicFrame>
        <p:nvGraphicFramePr>
          <p:cNvPr id="4" name="Chart">
            <a:extLst xmlns:a="http://schemas.openxmlformats.org/drawingml/2006/main">
              <a:ext uri="{FF2B5EF4-FFF2-40B4-BE49-F238E27FC236}">
                <a16:creationId xmlns:a16="http://schemas.microsoft.com/office/drawing/2014/main" id="{A2CBD2A7-3A69-4298-8FDB-EA9246A29E21}"/>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d07f41d1c37e4f6d"/>
          </a:graphicData>
        </a:graphic>
      </p:graphicFrame>
      <p:sp>
        <p:nvSpPr>
          <p:cNvPr id="5" name="text-3">
            <a:extLst xmlns:a="http://schemas.openxmlformats.org/drawingml/2006/main">
              <a:ext uri="{FF2B5EF4-FFF2-40B4-BE49-F238E27FC236}">
                <a16:creationId xmlns:a16="http://schemas.microsoft.com/office/drawing/2014/main" id="{2F87339A-881F-4E21-85F3-9FB5B8696633}"/>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9DAA366B-4170-4AF2-9A8F-3F8D918B83C0}"/>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تقييم تشخيصي وخطة لإعادة الدراسة، مع مراجعة التقدم بعد أول تقييم.</a:t>
            </a:r>
          </a:p>
        </p:txBody>
      </p:sp>
    </p:spTree>
    <p:extLst>
      <p:ext uri="{BB962C8B-B14F-4D97-AF65-F5344CB8AC3E}">
        <p14:creationId xmlns:p14="http://schemas.microsoft.com/office/powerpoint/2010/main" val="7992152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B9BC5FD-F02A-40BF-A2FA-DC5A5970B78A}"/>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الحرمان والمنطقة يساعدان في تحديد احتياج الدعم</a:t>
            </a:r>
          </a:p>
        </p:txBody>
      </p:sp>
      <p:sp>
        <p:nvSpPr>
          <p:cNvPr id="2" name="text-1">
            <a:extLst xmlns:a="http://schemas.openxmlformats.org/drawingml/2006/main">
              <a:ext uri="{FF2B5EF4-FFF2-40B4-BE49-F238E27FC236}">
                <a16:creationId xmlns:a16="http://schemas.microsoft.com/office/drawing/2014/main" id="{2098AB2B-B9C4-4447-A3F9-8C3461289926}"/>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تختلف نسب الانسحاب والفشل بين شرائح الحرمان والمناطق</a:t>
            </a:r>
          </a:p>
        </p:txBody>
      </p:sp>
      <p:sp>
        <p:nvSpPr>
          <p:cNvPr id="3" name="text-2">
            <a:extLst xmlns:a="http://schemas.openxmlformats.org/drawingml/2006/main">
              <a:ext uri="{FF2B5EF4-FFF2-40B4-BE49-F238E27FC236}">
                <a16:creationId xmlns:a16="http://schemas.microsoft.com/office/drawing/2014/main" id="{E405B393-D47D-409D-BDF3-BE0286C27C49}"/>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08</a:t>
            </a:r>
          </a:p>
        </p:txBody>
      </p:sp>
      <p:graphicFrame>
        <p:nvGraphicFramePr>
          <p:cNvPr id="4" name="Chart">
            <a:extLst xmlns:a="http://schemas.openxmlformats.org/drawingml/2006/main">
              <a:ext uri="{FF2B5EF4-FFF2-40B4-BE49-F238E27FC236}">
                <a16:creationId xmlns:a16="http://schemas.microsoft.com/office/drawing/2014/main" id="{DA4289FC-FF92-46F9-9FD1-C9A491B54FE8}"/>
              </a:ext>
            </a:extLst>
          </p:cNvPr>
          <p:cNvGraphicFramePr/>
          <p:nvPr/>
        </p:nvGraphicFramePr>
        <p:xfrm>
          <a:off xmlns:a="http://schemas.openxmlformats.org/drawingml/2006/main" x="514350" y="1809750"/>
          <a:ext xmlns:a="http://schemas.openxmlformats.org/drawingml/2006/main" cx="11144250" cy="3143250"/>
        </p:xfrm>
        <a:graphic xmlns:a="http://schemas.openxmlformats.org/drawingml/2006/main">
          <a:graphicData uri="http://schemas.openxmlformats.org/drawingml/2006/chart">
            <c:chart xmlns:r="http://schemas.openxmlformats.org/officeDocument/2006/relationships" xmlns:c="http://schemas.openxmlformats.org/drawingml/2006/chart" r:id="Rac563e4443f543ee"/>
          </a:graphicData>
        </a:graphic>
      </p:graphicFrame>
      <p:sp>
        <p:nvSpPr>
          <p:cNvPr id="5" name="text-3">
            <a:extLst xmlns:a="http://schemas.openxmlformats.org/drawingml/2006/main">
              <a:ext uri="{FF2B5EF4-FFF2-40B4-BE49-F238E27FC236}">
                <a16:creationId xmlns:a16="http://schemas.microsoft.com/office/drawing/2014/main" id="{20E4832D-5816-4EB6-9E1F-07CE2B9BEEBB}"/>
              </a:ext>
            </a:extLst>
          </p:cNvPr>
          <p:cNvSpPr>
            <a:spLocks xmlns:a="http://schemas.openxmlformats.org/drawingml/2006/main" noGrp="1"/>
          </p:cNvSpPr>
          <p:nvPr/>
        </p:nvSpPr>
        <p:spPr>
          <a:xfrm xmlns:a="http://schemas.openxmlformats.org/drawingml/2006/main">
            <a:off x="628650" y="501967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تقع 37.9% من تسجيلات الشمال الغربي ضمن IMD 0–20%، مقابل 5.9% في منطقة الجنوب.</a:t>
            </a:r>
          </a:p>
        </p:txBody>
      </p:sp>
      <p:sp>
        <p:nvSpPr>
          <p:cNvPr id="6" name="text-4">
            <a:extLst xmlns:a="http://schemas.openxmlformats.org/drawingml/2006/main">
              <a:ext uri="{FF2B5EF4-FFF2-40B4-BE49-F238E27FC236}">
                <a16:creationId xmlns:a16="http://schemas.microsoft.com/office/drawing/2014/main" id="{4DBE4588-EDF4-4788-AA05-46DCC16D8A35}"/>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7" name="text-5">
            <a:extLst xmlns:a="http://schemas.openxmlformats.org/drawingml/2006/main">
              <a:ext uri="{FF2B5EF4-FFF2-40B4-BE49-F238E27FC236}">
                <a16:creationId xmlns:a16="http://schemas.microsoft.com/office/drawing/2014/main" id="{76603BAC-DFE4-438C-9CBC-3E5BF618132B}"/>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فحص عوائق الأجهزة والاتصال، وتوفير مواد قابلة للتنزيل وإتاحة الدعم في مواعيد مرنة.</a:t>
            </a:r>
          </a:p>
        </p:txBody>
      </p:sp>
    </p:spTree>
    <p:extLst>
      <p:ext uri="{BB962C8B-B14F-4D97-AF65-F5344CB8AC3E}">
        <p14:creationId xmlns:p14="http://schemas.microsoft.com/office/powerpoint/2010/main" val="14016200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5A9BD8B-CC90-43F3-ACC1-05A040533BC5}"/>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المؤهلات السابقة والنتائج النهائية</a:t>
            </a:r>
          </a:p>
        </p:txBody>
      </p:sp>
      <p:sp>
        <p:nvSpPr>
          <p:cNvPr id="2" name="text-1">
            <a:extLst xmlns:a="http://schemas.openxmlformats.org/drawingml/2006/main">
              <a:ext uri="{FF2B5EF4-FFF2-40B4-BE49-F238E27FC236}">
                <a16:creationId xmlns:a16="http://schemas.microsoft.com/office/drawing/2014/main" id="{A969D522-E372-4AC5-9B00-CEE40E44AA27}"/>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مجموع الانسحاب والفشل حسب أعلى مؤهل تعليمي سابق</a:t>
            </a:r>
          </a:p>
        </p:txBody>
      </p:sp>
      <p:sp>
        <p:nvSpPr>
          <p:cNvPr id="3" name="text-2">
            <a:extLst xmlns:a="http://schemas.openxmlformats.org/drawingml/2006/main">
              <a:ext uri="{FF2B5EF4-FFF2-40B4-BE49-F238E27FC236}">
                <a16:creationId xmlns:a16="http://schemas.microsoft.com/office/drawing/2014/main" id="{60278EF7-9379-495B-B4A3-102F9689D021}"/>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09</a:t>
            </a:r>
          </a:p>
        </p:txBody>
      </p:sp>
      <p:graphicFrame>
        <p:nvGraphicFramePr>
          <p:cNvPr id="4" name="Chart">
            <a:extLst xmlns:a="http://schemas.openxmlformats.org/drawingml/2006/main">
              <a:ext uri="{FF2B5EF4-FFF2-40B4-BE49-F238E27FC236}">
                <a16:creationId xmlns:a16="http://schemas.microsoft.com/office/drawing/2014/main" id="{C96A489E-D519-4B13-88A7-6AD5D85E4A1B}"/>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9fd50b26637d4d7e"/>
          </a:graphicData>
        </a:graphic>
      </p:graphicFrame>
      <p:sp>
        <p:nvSpPr>
          <p:cNvPr id="5" name="text-3">
            <a:extLst xmlns:a="http://schemas.openxmlformats.org/drawingml/2006/main">
              <a:ext uri="{FF2B5EF4-FFF2-40B4-BE49-F238E27FC236}">
                <a16:creationId xmlns:a16="http://schemas.microsoft.com/office/drawing/2014/main" id="{4FA461A0-EFEA-46EC-AF8C-21DD4D0BE51C}"/>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F3A0315A-E15E-4715-8288-A35F5977567F}"/>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تهيئة في مهارات الدراسة مع تقييم تشخيصي، وأمثلة محلولة وتدريبات متدرجة.</a:t>
            </a:r>
          </a:p>
        </p:txBody>
      </p:sp>
    </p:spTree>
    <p:extLst>
      <p:ext uri="{BB962C8B-B14F-4D97-AF65-F5344CB8AC3E}">
        <p14:creationId xmlns:p14="http://schemas.microsoft.com/office/powerpoint/2010/main" val="8676348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B1F7FF5-DF3A-44F2-808C-171D7B433272}"/>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استكمال التقييمات يختلف بوضوح حسب النتيجة</a:t>
            </a:r>
          </a:p>
        </p:txBody>
      </p:sp>
      <p:sp>
        <p:nvSpPr>
          <p:cNvPr id="2" name="text-1">
            <a:extLst xmlns:a="http://schemas.openxmlformats.org/drawingml/2006/main">
              <a:ext uri="{FF2B5EF4-FFF2-40B4-BE49-F238E27FC236}">
                <a16:creationId xmlns:a16="http://schemas.microsoft.com/office/drawing/2014/main" id="{45DE80DB-9118-4394-9E6D-E49765DF5790}"/>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22.93% من فرص التقييم المؤهلة دون سجل تسليم</a:t>
            </a:r>
          </a:p>
        </p:txBody>
      </p:sp>
      <p:sp>
        <p:nvSpPr>
          <p:cNvPr id="3" name="text-2">
            <a:extLst xmlns:a="http://schemas.openxmlformats.org/drawingml/2006/main">
              <a:ext uri="{FF2B5EF4-FFF2-40B4-BE49-F238E27FC236}">
                <a16:creationId xmlns:a16="http://schemas.microsoft.com/office/drawing/2014/main" id="{E4FA8F09-C43F-488D-BD9B-205C62A5A859}"/>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10</a:t>
            </a:r>
          </a:p>
        </p:txBody>
      </p:sp>
      <p:graphicFrame>
        <p:nvGraphicFramePr>
          <p:cNvPr id="4" name="Chart">
            <a:extLst xmlns:a="http://schemas.openxmlformats.org/drawingml/2006/main">
              <a:ext uri="{FF2B5EF4-FFF2-40B4-BE49-F238E27FC236}">
                <a16:creationId xmlns:a16="http://schemas.microsoft.com/office/drawing/2014/main" id="{3FE28894-1EFF-4AF8-8394-A23DE164D244}"/>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560cd273dd3d46f9"/>
          </a:graphicData>
        </a:graphic>
      </p:graphicFrame>
      <p:sp>
        <p:nvSpPr>
          <p:cNvPr id="5" name="text-3">
            <a:extLst xmlns:a="http://schemas.openxmlformats.org/drawingml/2006/main">
              <a:ext uri="{FF2B5EF4-FFF2-40B4-BE49-F238E27FC236}">
                <a16:creationId xmlns:a16="http://schemas.microsoft.com/office/drawing/2014/main" id="{E4C09ED1-1353-4C7D-9017-D9C7CE21790E}"/>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A06532C3-0ED7-4477-B7F8-B9008D9FB3CD}"/>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تقويم واضح وتنبيهات للتقييمات، وتقسيم المهام الكبيرة إلى مراحل، والتحقق من السجلات المفقودة.</a:t>
            </a:r>
          </a:p>
        </p:txBody>
      </p:sp>
    </p:spTree>
    <p:extLst>
      <p:ext uri="{BB962C8B-B14F-4D97-AF65-F5344CB8AC3E}">
        <p14:creationId xmlns:p14="http://schemas.microsoft.com/office/powerpoint/2010/main" val="20178248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FD0696E-F0A0-425C-B298-0A46918BFA1B}"/>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احتياجات دعم التسليمات تختلف بين المقررات</a:t>
            </a:r>
          </a:p>
        </p:txBody>
      </p:sp>
      <p:sp>
        <p:nvSpPr>
          <p:cNvPr id="2" name="text-1">
            <a:extLst xmlns:a="http://schemas.openxmlformats.org/drawingml/2006/main">
              <a:ext uri="{FF2B5EF4-FFF2-40B4-BE49-F238E27FC236}">
                <a16:creationId xmlns:a16="http://schemas.microsoft.com/office/drawing/2014/main" id="{85A49B54-946A-4BA5-B587-1CF9F753CF8F}"/>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التسليم في الموعد كنسبة من جميع فرص التقييم المؤهلة</a:t>
            </a:r>
          </a:p>
        </p:txBody>
      </p:sp>
      <p:sp>
        <p:nvSpPr>
          <p:cNvPr id="3" name="text-2">
            <a:extLst xmlns:a="http://schemas.openxmlformats.org/drawingml/2006/main">
              <a:ext uri="{FF2B5EF4-FFF2-40B4-BE49-F238E27FC236}">
                <a16:creationId xmlns:a16="http://schemas.microsoft.com/office/drawing/2014/main" id="{6D853585-18C9-4EAC-9402-48ECC8914B86}"/>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11</a:t>
            </a:r>
          </a:p>
        </p:txBody>
      </p:sp>
      <p:graphicFrame>
        <p:nvGraphicFramePr>
          <p:cNvPr id="4" name="Chart">
            <a:extLst xmlns:a="http://schemas.openxmlformats.org/drawingml/2006/main">
              <a:ext uri="{FF2B5EF4-FFF2-40B4-BE49-F238E27FC236}">
                <a16:creationId xmlns:a16="http://schemas.microsoft.com/office/drawing/2014/main" id="{9DFA459C-9B71-4EDC-9F55-B0F293EC86B6}"/>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7e524c39edac4e81"/>
          </a:graphicData>
        </a:graphic>
      </p:graphicFrame>
      <p:sp>
        <p:nvSpPr>
          <p:cNvPr id="5" name="text-3">
            <a:extLst xmlns:a="http://schemas.openxmlformats.org/drawingml/2006/main">
              <a:ext uri="{FF2B5EF4-FFF2-40B4-BE49-F238E27FC236}">
                <a16:creationId xmlns:a16="http://schemas.microsoft.com/office/drawing/2014/main" id="{46A5326A-6487-489C-BC84-E6EDF1C9B288}"/>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973A317C-9C28-40BA-A8F6-9E09DEB95637}"/>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مراجعة فجوات الاستكمال في GGG وEEE وFFF، وصعوبات الالتزام بالمواعيد في CCC.</a:t>
            </a:r>
          </a:p>
        </p:txBody>
      </p:sp>
    </p:spTree>
    <p:extLst>
      <p:ext uri="{BB962C8B-B14F-4D97-AF65-F5344CB8AC3E}">
        <p14:creationId xmlns:p14="http://schemas.microsoft.com/office/powerpoint/2010/main" val="7115355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E22856A-F563-4871-BCEC-7004A7A16A56}"/>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التفاعل المبكر يختلف حسب النتيجة النهائية</a:t>
            </a:r>
          </a:p>
        </p:txBody>
      </p:sp>
      <p:sp>
        <p:nvSpPr>
          <p:cNvPr id="2" name="text-1">
            <a:extLst xmlns:a="http://schemas.openxmlformats.org/drawingml/2006/main">
              <a:ext uri="{FF2B5EF4-FFF2-40B4-BE49-F238E27FC236}">
                <a16:creationId xmlns:a16="http://schemas.microsoft.com/office/drawing/2014/main" id="{9590B705-7149-4F7C-8D84-6EBBB5CD7BBD}"/>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وسيط الأيام النشطة خلال الأيام 0–27 للتسجيلات المؤهلة لكامل الفترة ولها سجلات</a:t>
            </a:r>
          </a:p>
        </p:txBody>
      </p:sp>
      <p:sp>
        <p:nvSpPr>
          <p:cNvPr id="3" name="text-2">
            <a:extLst xmlns:a="http://schemas.openxmlformats.org/drawingml/2006/main">
              <a:ext uri="{FF2B5EF4-FFF2-40B4-BE49-F238E27FC236}">
                <a16:creationId xmlns:a16="http://schemas.microsoft.com/office/drawing/2014/main" id="{8A75D08E-62C7-4F08-A868-C17CF67E1340}"/>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12</a:t>
            </a:r>
          </a:p>
        </p:txBody>
      </p:sp>
      <p:graphicFrame>
        <p:nvGraphicFramePr>
          <p:cNvPr id="4" name="Chart">
            <a:extLst xmlns:a="http://schemas.openxmlformats.org/drawingml/2006/main">
              <a:ext uri="{FF2B5EF4-FFF2-40B4-BE49-F238E27FC236}">
                <a16:creationId xmlns:a16="http://schemas.microsoft.com/office/drawing/2014/main" id="{4B515423-A8C4-4BB1-9263-7D900A77AE76}"/>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ebc682a28f854733"/>
          </a:graphicData>
        </a:graphic>
      </p:graphicFrame>
      <p:sp>
        <p:nvSpPr>
          <p:cNvPr id="5" name="text-3">
            <a:extLst xmlns:a="http://schemas.openxmlformats.org/drawingml/2006/main">
              <a:ext uri="{FF2B5EF4-FFF2-40B4-BE49-F238E27FC236}">
                <a16:creationId xmlns:a16="http://schemas.microsoft.com/office/drawing/2014/main" id="{E06962D8-C13C-4C28-AE5C-B4D721D79A7B}"/>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B3580F6B-48E4-4318-9FCE-2C74A12E46E3}"/>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توضيح أنشطة الأسبوع الأول وربط الموارد بالتقييمات، والتواصل مع الطلاب لفهم عوائق التفاعل.</a:t>
            </a:r>
          </a:p>
        </p:txBody>
      </p:sp>
    </p:spTree>
    <p:extLst>
      <p:ext uri="{BB962C8B-B14F-4D97-AF65-F5344CB8AC3E}">
        <p14:creationId xmlns:p14="http://schemas.microsoft.com/office/powerpoint/2010/main" val="11433707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E539904-13C0-42EC-AD6C-F4DC3BE3160E}"/>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التفاعل المبكر يختلف بين المقررات</a:t>
            </a:r>
          </a:p>
        </p:txBody>
      </p:sp>
      <p:sp>
        <p:nvSpPr>
          <p:cNvPr id="2" name="text-1">
            <a:extLst xmlns:a="http://schemas.openxmlformats.org/drawingml/2006/main">
              <a:ext uri="{FF2B5EF4-FFF2-40B4-BE49-F238E27FC236}">
                <a16:creationId xmlns:a16="http://schemas.microsoft.com/office/drawing/2014/main" id="{4A4C7492-716D-4A25-8525-AA3569B15779}"/>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وسيط الأيام النشطة خلال الأيام 0–27 للنجاح دون تفوق والفشل والانسحاب</a:t>
            </a:r>
          </a:p>
        </p:txBody>
      </p:sp>
      <p:sp>
        <p:nvSpPr>
          <p:cNvPr id="3" name="text-2">
            <a:extLst xmlns:a="http://schemas.openxmlformats.org/drawingml/2006/main">
              <a:ext uri="{FF2B5EF4-FFF2-40B4-BE49-F238E27FC236}">
                <a16:creationId xmlns:a16="http://schemas.microsoft.com/office/drawing/2014/main" id="{52EEF840-D470-4241-BDBF-2A8A84E5EC25}"/>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13</a:t>
            </a:r>
          </a:p>
        </p:txBody>
      </p:sp>
      <p:graphicFrame>
        <p:nvGraphicFramePr>
          <p:cNvPr id="4" name="Chart">
            <a:extLst xmlns:a="http://schemas.openxmlformats.org/drawingml/2006/main">
              <a:ext uri="{FF2B5EF4-FFF2-40B4-BE49-F238E27FC236}">
                <a16:creationId xmlns:a16="http://schemas.microsoft.com/office/drawing/2014/main" id="{17871DE9-16B8-4933-BB04-A7107302F3CA}"/>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d5a4f81a6949494e"/>
          </a:graphicData>
        </a:graphic>
      </p:graphicFrame>
      <p:sp>
        <p:nvSpPr>
          <p:cNvPr id="5" name="text-3">
            <a:extLst xmlns:a="http://schemas.openxmlformats.org/drawingml/2006/main">
              <a:ext uri="{FF2B5EF4-FFF2-40B4-BE49-F238E27FC236}">
                <a16:creationId xmlns:a16="http://schemas.microsoft.com/office/drawing/2014/main" id="{7EA2998D-C808-4F1E-A377-B4E2C658C94A}"/>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FBB4B4B9-4D60-4E8A-A9D3-8DA2859C4BF9}"/>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تفسير التفاعل وفق نمط كل مقرر، وربط النشاط بالدرجات والتسليمات المتوقعة.</a:t>
            </a:r>
          </a:p>
        </p:txBody>
      </p:sp>
    </p:spTree>
    <p:extLst>
      <p:ext uri="{BB962C8B-B14F-4D97-AF65-F5344CB8AC3E}">
        <p14:creationId xmlns:p14="http://schemas.microsoft.com/office/powerpoint/2010/main" val="14758805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908700B-A846-445A-BE29-732D7EA54CEC}"/>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التفاعل الأسبوعي يحتاج إلى قراءة في سياقه</a:t>
            </a:r>
          </a:p>
        </p:txBody>
      </p:sp>
      <p:sp>
        <p:nvSpPr>
          <p:cNvPr id="2" name="text-1">
            <a:extLst xmlns:a="http://schemas.openxmlformats.org/drawingml/2006/main">
              <a:ext uri="{FF2B5EF4-FFF2-40B4-BE49-F238E27FC236}">
                <a16:creationId xmlns:a16="http://schemas.microsoft.com/office/drawing/2014/main" id="{C9967B5E-4529-427B-B194-0CB4CC3C690C}"/>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متوسط النقرات المسجلة خلال أول أربعة أسابيع مؤهلة للقياس</a:t>
            </a:r>
          </a:p>
        </p:txBody>
      </p:sp>
      <p:sp>
        <p:nvSpPr>
          <p:cNvPr id="3" name="text-2">
            <a:extLst xmlns:a="http://schemas.openxmlformats.org/drawingml/2006/main">
              <a:ext uri="{FF2B5EF4-FFF2-40B4-BE49-F238E27FC236}">
                <a16:creationId xmlns:a16="http://schemas.microsoft.com/office/drawing/2014/main" id="{73BB9849-666A-4B5F-A04F-5742A3B64077}"/>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14</a:t>
            </a:r>
          </a:p>
        </p:txBody>
      </p:sp>
      <p:graphicFrame>
        <p:nvGraphicFramePr>
          <p:cNvPr id="4" name="Chart">
            <a:extLst xmlns:a="http://schemas.openxmlformats.org/drawingml/2006/main">
              <a:ext uri="{FF2B5EF4-FFF2-40B4-BE49-F238E27FC236}">
                <a16:creationId xmlns:a16="http://schemas.microsoft.com/office/drawing/2014/main" id="{AC9435D3-F254-4570-9599-054A895F5E86}"/>
              </a:ext>
            </a:extLst>
          </p:cNvPr>
          <p:cNvGraphicFramePr/>
          <p:nvPr/>
        </p:nvGraphicFramePr>
        <p:xfrm>
          <a:off xmlns:a="http://schemas.openxmlformats.org/drawingml/2006/main" x="514350" y="1771650"/>
          <a:ext xmlns:a="http://schemas.openxmlformats.org/drawingml/2006/main" cx="11144250" cy="3429000"/>
        </p:xfrm>
        <a:graphic xmlns:a="http://schemas.openxmlformats.org/drawingml/2006/main">
          <a:graphicData uri="http://schemas.openxmlformats.org/drawingml/2006/chart">
            <c:chart xmlns:r="http://schemas.openxmlformats.org/officeDocument/2006/relationships" xmlns:c="http://schemas.openxmlformats.org/drawingml/2006/chart" r:id="R6683a2d701c140cd"/>
          </a:graphicData>
        </a:graphic>
      </p:graphicFrame>
      <p:sp>
        <p:nvSpPr>
          <p:cNvPr id="5" name="text-3">
            <a:extLst xmlns:a="http://schemas.openxmlformats.org/drawingml/2006/main">
              <a:ext uri="{FF2B5EF4-FFF2-40B4-BE49-F238E27FC236}">
                <a16:creationId xmlns:a16="http://schemas.microsoft.com/office/drawing/2014/main" id="{18353EF2-B5D9-48CA-B06D-823EE7723F27}"/>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3F72F4F7-3DF1-4F56-B9C6-210A599CA3B9}"/>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متابعة التراجع المستمر مقارنة بنشاط الطالب السابق، مع تواصل داعم وخطة لاستعادة التقدم.</a:t>
            </a:r>
          </a:p>
        </p:txBody>
      </p:sp>
    </p:spTree>
    <p:extLst>
      <p:ext uri="{BB962C8B-B14F-4D97-AF65-F5344CB8AC3E}">
        <p14:creationId xmlns:p14="http://schemas.microsoft.com/office/powerpoint/2010/main" val="6682128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D82D357-5579-4D54-AD06-BA1B8F30F21C}"/>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التسليمات تضيف معلومات إلى مؤشرات التفاعل</a:t>
            </a:r>
          </a:p>
        </p:txBody>
      </p:sp>
      <p:sp>
        <p:nvSpPr>
          <p:cNvPr id="2" name="text-1">
            <a:extLst xmlns:a="http://schemas.openxmlformats.org/drawingml/2006/main">
              <a:ext uri="{FF2B5EF4-FFF2-40B4-BE49-F238E27FC236}">
                <a16:creationId xmlns:a16="http://schemas.microsoft.com/office/drawing/2014/main" id="{DFF1715A-4DA2-4BBF-A412-B778F527C9E6}"/>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معدلات النجاح عند الجمع بين التفاعل المبكر واستكمال التسليمات</a:t>
            </a:r>
          </a:p>
        </p:txBody>
      </p:sp>
      <p:sp>
        <p:nvSpPr>
          <p:cNvPr id="3" name="text-2">
            <a:extLst xmlns:a="http://schemas.openxmlformats.org/drawingml/2006/main">
              <a:ext uri="{FF2B5EF4-FFF2-40B4-BE49-F238E27FC236}">
                <a16:creationId xmlns:a16="http://schemas.microsoft.com/office/drawing/2014/main" id="{8232B2B2-7B40-436E-ABCE-B3BC498812AD}"/>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15</a:t>
            </a:r>
          </a:p>
        </p:txBody>
      </p:sp>
      <p:graphicFrame>
        <p:nvGraphicFramePr>
          <p:cNvPr id="4" name="Chart">
            <a:extLst xmlns:a="http://schemas.openxmlformats.org/drawingml/2006/main">
              <a:ext uri="{FF2B5EF4-FFF2-40B4-BE49-F238E27FC236}">
                <a16:creationId xmlns:a16="http://schemas.microsoft.com/office/drawing/2014/main" id="{9F3130DA-255D-45F2-8F5A-4E9DE4FC9CAF}"/>
              </a:ext>
            </a:extLst>
          </p:cNvPr>
          <p:cNvGraphicFramePr/>
          <p:nvPr/>
        </p:nvGraphicFramePr>
        <p:xfrm>
          <a:off xmlns:a="http://schemas.openxmlformats.org/drawingml/2006/main" x="514350" y="1762125"/>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eaa2eddb4fca426d"/>
          </a:graphicData>
        </a:graphic>
      </p:graphicFrame>
      <p:sp>
        <p:nvSpPr>
          <p:cNvPr id="5" name="text-3">
            <a:extLst xmlns:a="http://schemas.openxmlformats.org/drawingml/2006/main">
              <a:ext uri="{FF2B5EF4-FFF2-40B4-BE49-F238E27FC236}">
                <a16:creationId xmlns:a16="http://schemas.microsoft.com/office/drawing/2014/main" id="{B06CDB36-003A-4A8E-B46B-D979EAB835E8}"/>
              </a:ext>
            </a:extLst>
          </p:cNvPr>
          <p:cNvSpPr>
            <a:spLocks xmlns:a="http://schemas.openxmlformats.org/drawingml/2006/main" noGrp="1"/>
          </p:cNvSpPr>
          <p:nvPr/>
        </p:nvSpPr>
        <p:spPr>
          <a:xfrm xmlns:a="http://schemas.openxmlformats.org/drawingml/2006/main">
            <a:off x="70485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177E82"/>
                </a:solidFill>
                <a:latin typeface="DejaVu Sans"/>
                <a:ea typeface="DejaVu Sans"/>
                <a:cs typeface="DejaVu Sans"/>
              </a:defRPr>
            </a:defPPr>
            <a:lvl1pPr algn="r">
              <a:defRPr sz="1200" b="1">
                <a:solidFill>
                  <a:srgbClr val="177E82"/>
                </a:solidFill>
                <a:latin typeface="DejaVu Sans"/>
                <a:ea typeface="DejaVu Sans"/>
                <a:cs typeface="DejaVu Sans"/>
              </a:defRPr>
            </a:lvl1pPr>
            <a:lvl2pPr algn="r">
              <a:defRPr sz="1200" b="1">
                <a:solidFill>
                  <a:srgbClr val="177E82"/>
                </a:solidFill>
                <a:latin typeface="DejaVu Sans"/>
                <a:ea typeface="DejaVu Sans"/>
                <a:cs typeface="DejaVu Sans"/>
              </a:defRPr>
            </a:lvl2pPr>
            <a:lvl3pPr algn="r">
              <a:defRPr sz="1200" b="1">
                <a:solidFill>
                  <a:srgbClr val="177E82"/>
                </a:solidFill>
                <a:latin typeface="DejaVu Sans"/>
                <a:ea typeface="DejaVu Sans"/>
                <a:cs typeface="DejaVu Sans"/>
              </a:defRPr>
            </a:lvl3pPr>
            <a:lvl4pPr algn="r">
              <a:defRPr sz="1200" b="1">
                <a:solidFill>
                  <a:srgbClr val="177E82"/>
                </a:solidFill>
                <a:latin typeface="DejaVu Sans"/>
                <a:ea typeface="DejaVu Sans"/>
                <a:cs typeface="DejaVu Sans"/>
              </a:defRPr>
            </a:lvl4pPr>
            <a:lvl5pPr algn="r">
              <a:defRPr sz="1200" b="1">
                <a:solidFill>
                  <a:srgbClr val="177E82"/>
                </a:solidFill>
                <a:latin typeface="DejaVu Sans"/>
                <a:ea typeface="DejaVu Sans"/>
                <a:cs typeface="DejaVu Sans"/>
              </a:defRPr>
            </a:lvl5pPr>
            <a:lvl6pPr algn="r">
              <a:defRPr sz="1200" b="1">
                <a:solidFill>
                  <a:srgbClr val="177E82"/>
                </a:solidFill>
                <a:latin typeface="DejaVu Sans"/>
                <a:ea typeface="DejaVu Sans"/>
                <a:cs typeface="DejaVu Sans"/>
              </a:defRPr>
            </a:lvl6pPr>
            <a:lvl7pPr algn="r">
              <a:defRPr sz="1200" b="1">
                <a:solidFill>
                  <a:srgbClr val="177E82"/>
                </a:solidFill>
                <a:latin typeface="DejaVu Sans"/>
                <a:ea typeface="DejaVu Sans"/>
                <a:cs typeface="DejaVu Sans"/>
              </a:defRPr>
            </a:lvl7pPr>
            <a:lvl8pPr algn="r">
              <a:defRPr sz="1200" b="1">
                <a:solidFill>
                  <a:srgbClr val="177E82"/>
                </a:solidFill>
                <a:latin typeface="DejaVu Sans"/>
                <a:ea typeface="DejaVu Sans"/>
                <a:cs typeface="DejaVu Sans"/>
              </a:defRPr>
            </a:lvl8pPr>
            <a:lvl9pPr algn="r">
              <a:defRPr sz="1200" b="1">
                <a:solidFill>
                  <a:srgbClr val="177E82"/>
                </a:solidFill>
                <a:latin typeface="DejaVu Sans"/>
                <a:ea typeface="DejaVu Sans"/>
                <a:cs typeface="DejaVu Sans"/>
              </a:defRPr>
            </a:lvl9pPr>
          </a:lstStyle>
          <a:p xmlns:a="http://schemas.openxmlformats.org/drawingml/2006/main">
            <a:pPr algn="r" rtl="1">
              <a:defRPr sz="1200" b="1">
                <a:solidFill>
                  <a:srgbClr val="177E82"/>
                </a:solidFill>
                <a:latin typeface="DejaVu Sans"/>
                <a:ea typeface="DejaVu Sans"/>
                <a:cs typeface="DejaVu Sans"/>
              </a:defRPr>
            </a:pPr>
            <a:r>
              <a:rPr sz="1200" b="1" lang="ar-SA">
                <a:solidFill>
                  <a:srgbClr val="177E82"/>
                </a:solidFill>
                <a:latin typeface="DejaVu Sans"/>
                <a:ea typeface="DejaVu Sans"/>
                <a:cs typeface="DejaVu Sans"/>
              </a:rPr>
              <a:t>الدعم المقترح</a:t>
            </a:r>
          </a:p>
        </p:txBody>
      </p:sp>
      <p:sp>
        <p:nvSpPr>
          <p:cNvPr id="6" name="text-4">
            <a:extLst xmlns:a="http://schemas.openxmlformats.org/drawingml/2006/main">
              <a:ext uri="{FF2B5EF4-FFF2-40B4-BE49-F238E27FC236}">
                <a16:creationId xmlns:a16="http://schemas.microsoft.com/office/drawing/2014/main" id="{2365DA59-303F-4694-B6FD-36244C18621E}"/>
              </a:ext>
            </a:extLst>
          </p:cNvPr>
          <p:cNvSpPr>
            <a:spLocks xmlns:a="http://schemas.openxmlformats.org/drawingml/2006/main" noGrp="1"/>
          </p:cNvSpPr>
          <p:nvPr/>
        </p:nvSpPr>
        <p:spPr>
          <a:xfrm xmlns:a="http://schemas.openxmlformats.org/drawingml/2006/main">
            <a:off x="70485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0">
                <a:solidFill>
                  <a:srgbClr val="132D40"/>
                </a:solidFill>
                <a:latin typeface="DejaVu Sans"/>
                <a:ea typeface="DejaVu Sans"/>
                <a:cs typeface="DejaVu Sans"/>
              </a:defRPr>
            </a:defPPr>
            <a:lvl1pPr algn="r">
              <a:defRPr sz="1725" b="0">
                <a:solidFill>
                  <a:srgbClr val="132D40"/>
                </a:solidFill>
                <a:latin typeface="DejaVu Sans"/>
                <a:ea typeface="DejaVu Sans"/>
                <a:cs typeface="DejaVu Sans"/>
              </a:defRPr>
            </a:lvl1pPr>
            <a:lvl2pPr algn="r">
              <a:defRPr sz="1725" b="0">
                <a:solidFill>
                  <a:srgbClr val="132D40"/>
                </a:solidFill>
                <a:latin typeface="DejaVu Sans"/>
                <a:ea typeface="DejaVu Sans"/>
                <a:cs typeface="DejaVu Sans"/>
              </a:defRPr>
            </a:lvl2pPr>
            <a:lvl3pPr algn="r">
              <a:defRPr sz="1725" b="0">
                <a:solidFill>
                  <a:srgbClr val="132D40"/>
                </a:solidFill>
                <a:latin typeface="DejaVu Sans"/>
                <a:ea typeface="DejaVu Sans"/>
                <a:cs typeface="DejaVu Sans"/>
              </a:defRPr>
            </a:lvl3pPr>
            <a:lvl4pPr algn="r">
              <a:defRPr sz="1725" b="0">
                <a:solidFill>
                  <a:srgbClr val="132D40"/>
                </a:solidFill>
                <a:latin typeface="DejaVu Sans"/>
                <a:ea typeface="DejaVu Sans"/>
                <a:cs typeface="DejaVu Sans"/>
              </a:defRPr>
            </a:lvl4pPr>
            <a:lvl5pPr algn="r">
              <a:defRPr sz="1725" b="0">
                <a:solidFill>
                  <a:srgbClr val="132D40"/>
                </a:solidFill>
                <a:latin typeface="DejaVu Sans"/>
                <a:ea typeface="DejaVu Sans"/>
                <a:cs typeface="DejaVu Sans"/>
              </a:defRPr>
            </a:lvl5pPr>
            <a:lvl6pPr algn="r">
              <a:defRPr sz="1725" b="0">
                <a:solidFill>
                  <a:srgbClr val="132D40"/>
                </a:solidFill>
                <a:latin typeface="DejaVu Sans"/>
                <a:ea typeface="DejaVu Sans"/>
                <a:cs typeface="DejaVu Sans"/>
              </a:defRPr>
            </a:lvl6pPr>
            <a:lvl7pPr algn="r">
              <a:defRPr sz="1725" b="0">
                <a:solidFill>
                  <a:srgbClr val="132D40"/>
                </a:solidFill>
                <a:latin typeface="DejaVu Sans"/>
                <a:ea typeface="DejaVu Sans"/>
                <a:cs typeface="DejaVu Sans"/>
              </a:defRPr>
            </a:lvl7pPr>
            <a:lvl8pPr algn="r">
              <a:defRPr sz="1725" b="0">
                <a:solidFill>
                  <a:srgbClr val="132D40"/>
                </a:solidFill>
                <a:latin typeface="DejaVu Sans"/>
                <a:ea typeface="DejaVu Sans"/>
                <a:cs typeface="DejaVu Sans"/>
              </a:defRPr>
            </a:lvl8pPr>
            <a:lvl9pPr algn="r">
              <a:defRPr sz="1725" b="0">
                <a:solidFill>
                  <a:srgbClr val="132D40"/>
                </a:solidFill>
                <a:latin typeface="DejaVu Sans"/>
                <a:ea typeface="DejaVu Sans"/>
                <a:cs typeface="DejaVu Sans"/>
              </a:defRPr>
            </a:lvl9pPr>
          </a:lstStyle>
          <a:p xmlns:a="http://schemas.openxmlformats.org/drawingml/2006/main">
            <a:pPr algn="r" rtl="1">
              <a:defRPr sz="1725" b="0">
                <a:solidFill>
                  <a:srgbClr val="132D40"/>
                </a:solidFill>
                <a:latin typeface="DejaVu Sans"/>
                <a:ea typeface="DejaVu Sans"/>
                <a:cs typeface="DejaVu Sans"/>
              </a:defRPr>
            </a:pPr>
            <a:r>
              <a:rPr sz="1725" b="0" lang="ar-SA">
                <a:solidFill>
                  <a:srgbClr val="132D40"/>
                </a:solidFill>
                <a:latin typeface="DejaVu Sans"/>
                <a:ea typeface="DejaVu Sans"/>
                <a:cs typeface="DejaVu Sans"/>
              </a:rPr>
              <a:t>ارتفاع التفاعل مع ضعف التسليم يحتاج إلى دعم للتقييمات. وانخفاض الاثنين يستدعي أولوية للتواصل الفردي.</a:t>
            </a:r>
          </a:p>
        </p:txBody>
      </p:sp>
    </p:spTree>
    <p:extLst>
      <p:ext uri="{BB962C8B-B14F-4D97-AF65-F5344CB8AC3E}">
        <p14:creationId xmlns:p14="http://schemas.microsoft.com/office/powerpoint/2010/main" val="9173999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5E5FF04-5813-4B82-82D5-412AE969551A}"/>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أولويات الدعم المقترح</a:t>
            </a:r>
          </a:p>
        </p:txBody>
      </p:sp>
      <p:sp>
        <p:nvSpPr>
          <p:cNvPr id="2" name="text-1">
            <a:extLst xmlns:a="http://schemas.openxmlformats.org/drawingml/2006/main">
              <a:ext uri="{FF2B5EF4-FFF2-40B4-BE49-F238E27FC236}">
                <a16:creationId xmlns:a16="http://schemas.microsoft.com/office/drawing/2014/main" id="{40874A13-2173-4212-8164-C8A7DA8F54E4}"/>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مسؤوليات ومجالات تركيز مقترحة لتجربة محدودة النطاق</a:t>
            </a:r>
          </a:p>
        </p:txBody>
      </p:sp>
      <p:sp>
        <p:nvSpPr>
          <p:cNvPr id="3" name="text-2">
            <a:extLst xmlns:a="http://schemas.openxmlformats.org/drawingml/2006/main">
              <a:ext uri="{FF2B5EF4-FFF2-40B4-BE49-F238E27FC236}">
                <a16:creationId xmlns:a16="http://schemas.microsoft.com/office/drawing/2014/main" id="{3858B1E6-8C41-43CD-81EF-391D932446BE}"/>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16</a:t>
            </a:r>
          </a:p>
        </p:txBody>
      </p:sp>
      <p:sp>
        <p:nvSpPr>
          <p:cNvPr id="4" name="text-3">
            <a:extLst xmlns:a="http://schemas.openxmlformats.org/drawingml/2006/main">
              <a:ext uri="{FF2B5EF4-FFF2-40B4-BE49-F238E27FC236}">
                <a16:creationId xmlns:a16="http://schemas.microsoft.com/office/drawing/2014/main" id="{D177D0B6-5A61-464A-A46F-A9196D0F0E6D}"/>
              </a:ext>
            </a:extLst>
          </p:cNvPr>
          <p:cNvSpPr>
            <a:spLocks xmlns:a="http://schemas.openxmlformats.org/drawingml/2006/main" noGrp="1"/>
          </p:cNvSpPr>
          <p:nvPr/>
        </p:nvSpPr>
        <p:spPr>
          <a:xfrm xmlns:a="http://schemas.openxmlformats.org/drawingml/2006/main">
            <a:off x="9448800" y="17621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77E82"/>
                </a:solidFill>
                <a:latin typeface="DejaVu Sans"/>
                <a:ea typeface="DejaVu Sans"/>
                <a:cs typeface="DejaVu Sans"/>
              </a:defRPr>
            </a:defPPr>
            <a:lvl1pPr algn="r">
              <a:defRPr sz="1725" b="1">
                <a:solidFill>
                  <a:srgbClr val="177E82"/>
                </a:solidFill>
                <a:latin typeface="DejaVu Sans"/>
                <a:ea typeface="DejaVu Sans"/>
                <a:cs typeface="DejaVu Sans"/>
              </a:defRPr>
            </a:lvl1pPr>
            <a:lvl2pPr algn="r">
              <a:defRPr sz="1725" b="1">
                <a:solidFill>
                  <a:srgbClr val="177E82"/>
                </a:solidFill>
                <a:latin typeface="DejaVu Sans"/>
                <a:ea typeface="DejaVu Sans"/>
                <a:cs typeface="DejaVu Sans"/>
              </a:defRPr>
            </a:lvl2pPr>
            <a:lvl3pPr algn="r">
              <a:defRPr sz="1725" b="1">
                <a:solidFill>
                  <a:srgbClr val="177E82"/>
                </a:solidFill>
                <a:latin typeface="DejaVu Sans"/>
                <a:ea typeface="DejaVu Sans"/>
                <a:cs typeface="DejaVu Sans"/>
              </a:defRPr>
            </a:lvl3pPr>
            <a:lvl4pPr algn="r">
              <a:defRPr sz="1725" b="1">
                <a:solidFill>
                  <a:srgbClr val="177E82"/>
                </a:solidFill>
                <a:latin typeface="DejaVu Sans"/>
                <a:ea typeface="DejaVu Sans"/>
                <a:cs typeface="DejaVu Sans"/>
              </a:defRPr>
            </a:lvl4pPr>
            <a:lvl5pPr algn="r">
              <a:defRPr sz="1725" b="1">
                <a:solidFill>
                  <a:srgbClr val="177E82"/>
                </a:solidFill>
                <a:latin typeface="DejaVu Sans"/>
                <a:ea typeface="DejaVu Sans"/>
                <a:cs typeface="DejaVu Sans"/>
              </a:defRPr>
            </a:lvl5pPr>
            <a:lvl6pPr algn="r">
              <a:defRPr sz="1725" b="1">
                <a:solidFill>
                  <a:srgbClr val="177E82"/>
                </a:solidFill>
                <a:latin typeface="DejaVu Sans"/>
                <a:ea typeface="DejaVu Sans"/>
                <a:cs typeface="DejaVu Sans"/>
              </a:defRPr>
            </a:lvl6pPr>
            <a:lvl7pPr algn="r">
              <a:defRPr sz="1725" b="1">
                <a:solidFill>
                  <a:srgbClr val="177E82"/>
                </a:solidFill>
                <a:latin typeface="DejaVu Sans"/>
                <a:ea typeface="DejaVu Sans"/>
                <a:cs typeface="DejaVu Sans"/>
              </a:defRPr>
            </a:lvl7pPr>
            <a:lvl8pPr algn="r">
              <a:defRPr sz="1725" b="1">
                <a:solidFill>
                  <a:srgbClr val="177E82"/>
                </a:solidFill>
                <a:latin typeface="DejaVu Sans"/>
                <a:ea typeface="DejaVu Sans"/>
                <a:cs typeface="DejaVu Sans"/>
              </a:defRPr>
            </a:lvl8pPr>
            <a:lvl9pPr algn="r">
              <a:defRPr sz="1725" b="1">
                <a:solidFill>
                  <a:srgbClr val="177E82"/>
                </a:solidFill>
                <a:latin typeface="DejaVu Sans"/>
                <a:ea typeface="DejaVu Sans"/>
                <a:cs typeface="DejaVu Sans"/>
              </a:defRPr>
            </a:lvl9pPr>
          </a:lstStyle>
          <a:p xmlns:a="http://schemas.openxmlformats.org/drawingml/2006/main">
            <a:pPr algn="r" rtl="1">
              <a:defRPr sz="1725" b="1">
                <a:solidFill>
                  <a:srgbClr val="177E82"/>
                </a:solidFill>
                <a:latin typeface="DejaVu Sans"/>
                <a:ea typeface="DejaVu Sans"/>
                <a:cs typeface="DejaVu Sans"/>
              </a:defRPr>
            </a:pPr>
            <a:r>
              <a:rPr sz="1725" b="1" lang="ar-SA">
                <a:solidFill>
                  <a:srgbClr val="177E82"/>
                </a:solidFill>
                <a:latin typeface="DejaVu Sans"/>
                <a:ea typeface="DejaVu Sans"/>
                <a:cs typeface="DejaVu Sans"/>
              </a:rPr>
              <a:t>قادة المقررات</a:t>
            </a:r>
          </a:p>
        </p:txBody>
      </p:sp>
      <p:sp>
        <p:nvSpPr>
          <p:cNvPr id="5" name="text-4">
            <a:extLst xmlns:a="http://schemas.openxmlformats.org/drawingml/2006/main">
              <a:ext uri="{FF2B5EF4-FFF2-40B4-BE49-F238E27FC236}">
                <a16:creationId xmlns:a16="http://schemas.microsoft.com/office/drawing/2014/main" id="{C72CF935-05EA-4E5C-8831-141E3A248831}"/>
              </a:ext>
            </a:extLst>
          </p:cNvPr>
          <p:cNvSpPr>
            <a:spLocks xmlns:a="http://schemas.openxmlformats.org/drawingml/2006/main" noGrp="1"/>
          </p:cNvSpPr>
          <p:nvPr/>
        </p:nvSpPr>
        <p:spPr>
          <a:xfrm xmlns:a="http://schemas.openxmlformats.org/drawingml/2006/main">
            <a:off x="6438900" y="17621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32D40"/>
                </a:solidFill>
                <a:latin typeface="DejaVu Sans"/>
                <a:ea typeface="DejaVu Sans"/>
                <a:cs typeface="DejaVu Sans"/>
              </a:defRPr>
            </a:defPPr>
            <a:lvl1pPr algn="r">
              <a:defRPr sz="1725" b="1">
                <a:solidFill>
                  <a:srgbClr val="132D40"/>
                </a:solidFill>
                <a:latin typeface="DejaVu Sans"/>
                <a:ea typeface="DejaVu Sans"/>
                <a:cs typeface="DejaVu Sans"/>
              </a:defRPr>
            </a:lvl1pPr>
            <a:lvl2pPr algn="r">
              <a:defRPr sz="1725" b="1">
                <a:solidFill>
                  <a:srgbClr val="132D40"/>
                </a:solidFill>
                <a:latin typeface="DejaVu Sans"/>
                <a:ea typeface="DejaVu Sans"/>
                <a:cs typeface="DejaVu Sans"/>
              </a:defRPr>
            </a:lvl2pPr>
            <a:lvl3pPr algn="r">
              <a:defRPr sz="1725" b="1">
                <a:solidFill>
                  <a:srgbClr val="132D40"/>
                </a:solidFill>
                <a:latin typeface="DejaVu Sans"/>
                <a:ea typeface="DejaVu Sans"/>
                <a:cs typeface="DejaVu Sans"/>
              </a:defRPr>
            </a:lvl3pPr>
            <a:lvl4pPr algn="r">
              <a:defRPr sz="1725" b="1">
                <a:solidFill>
                  <a:srgbClr val="132D40"/>
                </a:solidFill>
                <a:latin typeface="DejaVu Sans"/>
                <a:ea typeface="DejaVu Sans"/>
                <a:cs typeface="DejaVu Sans"/>
              </a:defRPr>
            </a:lvl4pPr>
            <a:lvl5pPr algn="r">
              <a:defRPr sz="1725" b="1">
                <a:solidFill>
                  <a:srgbClr val="132D40"/>
                </a:solidFill>
                <a:latin typeface="DejaVu Sans"/>
                <a:ea typeface="DejaVu Sans"/>
                <a:cs typeface="DejaVu Sans"/>
              </a:defRPr>
            </a:lvl5pPr>
            <a:lvl6pPr algn="r">
              <a:defRPr sz="1725" b="1">
                <a:solidFill>
                  <a:srgbClr val="132D40"/>
                </a:solidFill>
                <a:latin typeface="DejaVu Sans"/>
                <a:ea typeface="DejaVu Sans"/>
                <a:cs typeface="DejaVu Sans"/>
              </a:defRPr>
            </a:lvl6pPr>
            <a:lvl7pPr algn="r">
              <a:defRPr sz="1725" b="1">
                <a:solidFill>
                  <a:srgbClr val="132D40"/>
                </a:solidFill>
                <a:latin typeface="DejaVu Sans"/>
                <a:ea typeface="DejaVu Sans"/>
                <a:cs typeface="DejaVu Sans"/>
              </a:defRPr>
            </a:lvl7pPr>
            <a:lvl8pPr algn="r">
              <a:defRPr sz="1725" b="1">
                <a:solidFill>
                  <a:srgbClr val="132D40"/>
                </a:solidFill>
                <a:latin typeface="DejaVu Sans"/>
                <a:ea typeface="DejaVu Sans"/>
                <a:cs typeface="DejaVu Sans"/>
              </a:defRPr>
            </a:lvl8pPr>
            <a:lvl9pPr algn="r">
              <a:defRPr sz="1725" b="1">
                <a:solidFill>
                  <a:srgbClr val="132D40"/>
                </a:solidFill>
                <a:latin typeface="DejaVu Sans"/>
                <a:ea typeface="DejaVu Sans"/>
                <a:cs typeface="DejaVu Sans"/>
              </a:defRPr>
            </a:lvl9pPr>
          </a:lstStyle>
          <a:p xmlns:a="http://schemas.openxmlformats.org/drawingml/2006/main">
            <a:pPr algn="r" rtl="1">
              <a:defRPr sz="1725" b="1">
                <a:solidFill>
                  <a:srgbClr val="132D40"/>
                </a:solidFill>
                <a:latin typeface="DejaVu Sans"/>
                <a:ea typeface="DejaVu Sans"/>
                <a:cs typeface="DejaVu Sans"/>
              </a:defRPr>
            </a:pPr>
            <a:r>
              <a:rPr sz="1725" b="1" lang="ar-SA">
                <a:solidFill>
                  <a:srgbClr val="132D40"/>
                </a:solidFill>
                <a:latin typeface="DejaVu Sans"/>
                <a:ea typeface="DejaVu Sans"/>
                <a:cs typeface="DejaVu Sans"/>
              </a:rPr>
              <a:t>CCC وDDD</a:t>
            </a:r>
          </a:p>
        </p:txBody>
      </p:sp>
      <p:sp>
        <p:nvSpPr>
          <p:cNvPr id="6" name="text-5">
            <a:extLst xmlns:a="http://schemas.openxmlformats.org/drawingml/2006/main">
              <a:ext uri="{FF2B5EF4-FFF2-40B4-BE49-F238E27FC236}">
                <a16:creationId xmlns:a16="http://schemas.microsoft.com/office/drawing/2014/main" id="{92A3844A-3387-4FC9-B082-7EF5F986150B}"/>
              </a:ext>
            </a:extLst>
          </p:cNvPr>
          <p:cNvSpPr>
            <a:spLocks xmlns:a="http://schemas.openxmlformats.org/drawingml/2006/main" noGrp="1"/>
          </p:cNvSpPr>
          <p:nvPr/>
        </p:nvSpPr>
        <p:spPr>
          <a:xfrm xmlns:a="http://schemas.openxmlformats.org/drawingml/2006/main">
            <a:off x="619125" y="1762125"/>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650" b="0">
                <a:solidFill>
                  <a:srgbClr val="526577"/>
                </a:solidFill>
                <a:latin typeface="DejaVu Sans"/>
                <a:ea typeface="DejaVu Sans"/>
                <a:cs typeface="DejaVu Sans"/>
              </a:defRPr>
            </a:defPPr>
            <a:lvl1pPr algn="r">
              <a:defRPr sz="1650" b="0">
                <a:solidFill>
                  <a:srgbClr val="526577"/>
                </a:solidFill>
                <a:latin typeface="DejaVu Sans"/>
                <a:ea typeface="DejaVu Sans"/>
                <a:cs typeface="DejaVu Sans"/>
              </a:defRPr>
            </a:lvl1pPr>
            <a:lvl2pPr algn="r">
              <a:defRPr sz="1650" b="0">
                <a:solidFill>
                  <a:srgbClr val="526577"/>
                </a:solidFill>
                <a:latin typeface="DejaVu Sans"/>
                <a:ea typeface="DejaVu Sans"/>
                <a:cs typeface="DejaVu Sans"/>
              </a:defRPr>
            </a:lvl2pPr>
            <a:lvl3pPr algn="r">
              <a:defRPr sz="1650" b="0">
                <a:solidFill>
                  <a:srgbClr val="526577"/>
                </a:solidFill>
                <a:latin typeface="DejaVu Sans"/>
                <a:ea typeface="DejaVu Sans"/>
                <a:cs typeface="DejaVu Sans"/>
              </a:defRPr>
            </a:lvl3pPr>
            <a:lvl4pPr algn="r">
              <a:defRPr sz="1650" b="0">
                <a:solidFill>
                  <a:srgbClr val="526577"/>
                </a:solidFill>
                <a:latin typeface="DejaVu Sans"/>
                <a:ea typeface="DejaVu Sans"/>
                <a:cs typeface="DejaVu Sans"/>
              </a:defRPr>
            </a:lvl4pPr>
            <a:lvl5pPr algn="r">
              <a:defRPr sz="1650" b="0">
                <a:solidFill>
                  <a:srgbClr val="526577"/>
                </a:solidFill>
                <a:latin typeface="DejaVu Sans"/>
                <a:ea typeface="DejaVu Sans"/>
                <a:cs typeface="DejaVu Sans"/>
              </a:defRPr>
            </a:lvl5pPr>
            <a:lvl6pPr algn="r">
              <a:defRPr sz="1650" b="0">
                <a:solidFill>
                  <a:srgbClr val="526577"/>
                </a:solidFill>
                <a:latin typeface="DejaVu Sans"/>
                <a:ea typeface="DejaVu Sans"/>
                <a:cs typeface="DejaVu Sans"/>
              </a:defRPr>
            </a:lvl6pPr>
            <a:lvl7pPr algn="r">
              <a:defRPr sz="1650" b="0">
                <a:solidFill>
                  <a:srgbClr val="526577"/>
                </a:solidFill>
                <a:latin typeface="DejaVu Sans"/>
                <a:ea typeface="DejaVu Sans"/>
                <a:cs typeface="DejaVu Sans"/>
              </a:defRPr>
            </a:lvl7pPr>
            <a:lvl8pPr algn="r">
              <a:defRPr sz="1650" b="0">
                <a:solidFill>
                  <a:srgbClr val="526577"/>
                </a:solidFill>
                <a:latin typeface="DejaVu Sans"/>
                <a:ea typeface="DejaVu Sans"/>
                <a:cs typeface="DejaVu Sans"/>
              </a:defRPr>
            </a:lvl8pPr>
            <a:lvl9pPr algn="r">
              <a:defRPr sz="1650" b="0">
                <a:solidFill>
                  <a:srgbClr val="526577"/>
                </a:solidFill>
                <a:latin typeface="DejaVu Sans"/>
                <a:ea typeface="DejaVu Sans"/>
                <a:cs typeface="DejaVu Sans"/>
              </a:defRPr>
            </a:lvl9pPr>
          </a:lstStyle>
          <a:p xmlns:a="http://schemas.openxmlformats.org/drawingml/2006/main">
            <a:pPr algn="r" rtl="1">
              <a:defRPr sz="1650" b="0">
                <a:solidFill>
                  <a:srgbClr val="526577"/>
                </a:solidFill>
                <a:latin typeface="DejaVu Sans"/>
                <a:ea typeface="DejaVu Sans"/>
                <a:cs typeface="DejaVu Sans"/>
              </a:defRPr>
            </a:pPr>
            <a:r>
              <a:rPr sz="1650" b="0" lang="ar-SA">
                <a:solidFill>
                  <a:srgbClr val="526577"/>
                </a:solidFill>
                <a:latin typeface="DejaVu Sans"/>
                <a:ea typeface="DejaVu Sans"/>
                <a:cs typeface="DejaVu Sans"/>
              </a:rPr>
              <a:t>مراجعة عوائق الاستمرار وتسلسل التقييمات</a:t>
            </a:r>
          </a:p>
        </p:txBody>
      </p:sp>
      <p:sp>
        <p:nvSpPr>
          <p:cNvPr id="7" name="text-6">
            <a:extLst xmlns:a="http://schemas.openxmlformats.org/drawingml/2006/main">
              <a:ext uri="{FF2B5EF4-FFF2-40B4-BE49-F238E27FC236}">
                <a16:creationId xmlns:a16="http://schemas.microsoft.com/office/drawing/2014/main" id="{E657B789-6DE2-4037-9989-3E4EE4F1222A}"/>
              </a:ext>
            </a:extLst>
          </p:cNvPr>
          <p:cNvSpPr>
            <a:spLocks xmlns:a="http://schemas.openxmlformats.org/drawingml/2006/main" noGrp="1"/>
          </p:cNvSpPr>
          <p:nvPr/>
        </p:nvSpPr>
        <p:spPr>
          <a:xfrm xmlns:a="http://schemas.openxmlformats.org/drawingml/2006/main">
            <a:off x="9448800" y="255270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77E82"/>
                </a:solidFill>
                <a:latin typeface="DejaVu Sans"/>
                <a:ea typeface="DejaVu Sans"/>
                <a:cs typeface="DejaVu Sans"/>
              </a:defRPr>
            </a:defPPr>
            <a:lvl1pPr algn="r">
              <a:defRPr sz="1725" b="1">
                <a:solidFill>
                  <a:srgbClr val="177E82"/>
                </a:solidFill>
                <a:latin typeface="DejaVu Sans"/>
                <a:ea typeface="DejaVu Sans"/>
                <a:cs typeface="DejaVu Sans"/>
              </a:defRPr>
            </a:lvl1pPr>
            <a:lvl2pPr algn="r">
              <a:defRPr sz="1725" b="1">
                <a:solidFill>
                  <a:srgbClr val="177E82"/>
                </a:solidFill>
                <a:latin typeface="DejaVu Sans"/>
                <a:ea typeface="DejaVu Sans"/>
                <a:cs typeface="DejaVu Sans"/>
              </a:defRPr>
            </a:lvl2pPr>
            <a:lvl3pPr algn="r">
              <a:defRPr sz="1725" b="1">
                <a:solidFill>
                  <a:srgbClr val="177E82"/>
                </a:solidFill>
                <a:latin typeface="DejaVu Sans"/>
                <a:ea typeface="DejaVu Sans"/>
                <a:cs typeface="DejaVu Sans"/>
              </a:defRPr>
            </a:lvl3pPr>
            <a:lvl4pPr algn="r">
              <a:defRPr sz="1725" b="1">
                <a:solidFill>
                  <a:srgbClr val="177E82"/>
                </a:solidFill>
                <a:latin typeface="DejaVu Sans"/>
                <a:ea typeface="DejaVu Sans"/>
                <a:cs typeface="DejaVu Sans"/>
              </a:defRPr>
            </a:lvl4pPr>
            <a:lvl5pPr algn="r">
              <a:defRPr sz="1725" b="1">
                <a:solidFill>
                  <a:srgbClr val="177E82"/>
                </a:solidFill>
                <a:latin typeface="DejaVu Sans"/>
                <a:ea typeface="DejaVu Sans"/>
                <a:cs typeface="DejaVu Sans"/>
              </a:defRPr>
            </a:lvl5pPr>
            <a:lvl6pPr algn="r">
              <a:defRPr sz="1725" b="1">
                <a:solidFill>
                  <a:srgbClr val="177E82"/>
                </a:solidFill>
                <a:latin typeface="DejaVu Sans"/>
                <a:ea typeface="DejaVu Sans"/>
                <a:cs typeface="DejaVu Sans"/>
              </a:defRPr>
            </a:lvl6pPr>
            <a:lvl7pPr algn="r">
              <a:defRPr sz="1725" b="1">
                <a:solidFill>
                  <a:srgbClr val="177E82"/>
                </a:solidFill>
                <a:latin typeface="DejaVu Sans"/>
                <a:ea typeface="DejaVu Sans"/>
                <a:cs typeface="DejaVu Sans"/>
              </a:defRPr>
            </a:lvl7pPr>
            <a:lvl8pPr algn="r">
              <a:defRPr sz="1725" b="1">
                <a:solidFill>
                  <a:srgbClr val="177E82"/>
                </a:solidFill>
                <a:latin typeface="DejaVu Sans"/>
                <a:ea typeface="DejaVu Sans"/>
                <a:cs typeface="DejaVu Sans"/>
              </a:defRPr>
            </a:lvl8pPr>
            <a:lvl9pPr algn="r">
              <a:defRPr sz="1725" b="1">
                <a:solidFill>
                  <a:srgbClr val="177E82"/>
                </a:solidFill>
                <a:latin typeface="DejaVu Sans"/>
                <a:ea typeface="DejaVu Sans"/>
                <a:cs typeface="DejaVu Sans"/>
              </a:defRPr>
            </a:lvl9pPr>
          </a:lstStyle>
          <a:p xmlns:a="http://schemas.openxmlformats.org/drawingml/2006/main">
            <a:pPr algn="r" rtl="1">
              <a:defRPr sz="1725" b="1">
                <a:solidFill>
                  <a:srgbClr val="177E82"/>
                </a:solidFill>
                <a:latin typeface="DejaVu Sans"/>
                <a:ea typeface="DejaVu Sans"/>
                <a:cs typeface="DejaVu Sans"/>
              </a:defRPr>
            </a:pPr>
            <a:r>
              <a:rPr sz="1725" b="1" lang="ar-SA">
                <a:solidFill>
                  <a:srgbClr val="177E82"/>
                </a:solidFill>
                <a:latin typeface="DejaVu Sans"/>
                <a:ea typeface="DejaVu Sans"/>
                <a:cs typeface="DejaVu Sans"/>
              </a:rPr>
              <a:t>شؤون الطلاب</a:t>
            </a:r>
          </a:p>
        </p:txBody>
      </p:sp>
      <p:sp>
        <p:nvSpPr>
          <p:cNvPr id="8" name="text-7">
            <a:extLst xmlns:a="http://schemas.openxmlformats.org/drawingml/2006/main">
              <a:ext uri="{FF2B5EF4-FFF2-40B4-BE49-F238E27FC236}">
                <a16:creationId xmlns:a16="http://schemas.microsoft.com/office/drawing/2014/main" id="{4EC4BEC8-BD2C-45EB-B4E3-4BF063097B53}"/>
              </a:ext>
            </a:extLst>
          </p:cNvPr>
          <p:cNvSpPr>
            <a:spLocks xmlns:a="http://schemas.openxmlformats.org/drawingml/2006/main" noGrp="1"/>
          </p:cNvSpPr>
          <p:nvPr/>
        </p:nvSpPr>
        <p:spPr>
          <a:xfrm xmlns:a="http://schemas.openxmlformats.org/drawingml/2006/main">
            <a:off x="6438900" y="25527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32D40"/>
                </a:solidFill>
                <a:latin typeface="DejaVu Sans"/>
                <a:ea typeface="DejaVu Sans"/>
                <a:cs typeface="DejaVu Sans"/>
              </a:defRPr>
            </a:defPPr>
            <a:lvl1pPr algn="r">
              <a:defRPr sz="1725" b="1">
                <a:solidFill>
                  <a:srgbClr val="132D40"/>
                </a:solidFill>
                <a:latin typeface="DejaVu Sans"/>
                <a:ea typeface="DejaVu Sans"/>
                <a:cs typeface="DejaVu Sans"/>
              </a:defRPr>
            </a:lvl1pPr>
            <a:lvl2pPr algn="r">
              <a:defRPr sz="1725" b="1">
                <a:solidFill>
                  <a:srgbClr val="132D40"/>
                </a:solidFill>
                <a:latin typeface="DejaVu Sans"/>
                <a:ea typeface="DejaVu Sans"/>
                <a:cs typeface="DejaVu Sans"/>
              </a:defRPr>
            </a:lvl2pPr>
            <a:lvl3pPr algn="r">
              <a:defRPr sz="1725" b="1">
                <a:solidFill>
                  <a:srgbClr val="132D40"/>
                </a:solidFill>
                <a:latin typeface="DejaVu Sans"/>
                <a:ea typeface="DejaVu Sans"/>
                <a:cs typeface="DejaVu Sans"/>
              </a:defRPr>
            </a:lvl3pPr>
            <a:lvl4pPr algn="r">
              <a:defRPr sz="1725" b="1">
                <a:solidFill>
                  <a:srgbClr val="132D40"/>
                </a:solidFill>
                <a:latin typeface="DejaVu Sans"/>
                <a:ea typeface="DejaVu Sans"/>
                <a:cs typeface="DejaVu Sans"/>
              </a:defRPr>
            </a:lvl4pPr>
            <a:lvl5pPr algn="r">
              <a:defRPr sz="1725" b="1">
                <a:solidFill>
                  <a:srgbClr val="132D40"/>
                </a:solidFill>
                <a:latin typeface="DejaVu Sans"/>
                <a:ea typeface="DejaVu Sans"/>
                <a:cs typeface="DejaVu Sans"/>
              </a:defRPr>
            </a:lvl5pPr>
            <a:lvl6pPr algn="r">
              <a:defRPr sz="1725" b="1">
                <a:solidFill>
                  <a:srgbClr val="132D40"/>
                </a:solidFill>
                <a:latin typeface="DejaVu Sans"/>
                <a:ea typeface="DejaVu Sans"/>
                <a:cs typeface="DejaVu Sans"/>
              </a:defRPr>
            </a:lvl6pPr>
            <a:lvl7pPr algn="r">
              <a:defRPr sz="1725" b="1">
                <a:solidFill>
                  <a:srgbClr val="132D40"/>
                </a:solidFill>
                <a:latin typeface="DejaVu Sans"/>
                <a:ea typeface="DejaVu Sans"/>
                <a:cs typeface="DejaVu Sans"/>
              </a:defRPr>
            </a:lvl7pPr>
            <a:lvl8pPr algn="r">
              <a:defRPr sz="1725" b="1">
                <a:solidFill>
                  <a:srgbClr val="132D40"/>
                </a:solidFill>
                <a:latin typeface="DejaVu Sans"/>
                <a:ea typeface="DejaVu Sans"/>
                <a:cs typeface="DejaVu Sans"/>
              </a:defRPr>
            </a:lvl8pPr>
            <a:lvl9pPr algn="r">
              <a:defRPr sz="1725" b="1">
                <a:solidFill>
                  <a:srgbClr val="132D40"/>
                </a:solidFill>
                <a:latin typeface="DejaVu Sans"/>
                <a:ea typeface="DejaVu Sans"/>
                <a:cs typeface="DejaVu Sans"/>
              </a:defRPr>
            </a:lvl9pPr>
          </a:lstStyle>
          <a:p xmlns:a="http://schemas.openxmlformats.org/drawingml/2006/main">
            <a:pPr algn="r" rtl="1">
              <a:defRPr sz="1725" b="1">
                <a:solidFill>
                  <a:srgbClr val="132D40"/>
                </a:solidFill>
                <a:latin typeface="DejaVu Sans"/>
                <a:ea typeface="DejaVu Sans"/>
                <a:cs typeface="DejaVu Sans"/>
              </a:defRPr>
            </a:pPr>
            <a:r>
              <a:rPr sz="1725" b="1" lang="ar-SA">
                <a:solidFill>
                  <a:srgbClr val="132D40"/>
                </a:solidFill>
                <a:latin typeface="DejaVu Sans"/>
                <a:ea typeface="DejaVu Sans"/>
                <a:cs typeface="DejaVu Sans"/>
              </a:rPr>
              <a:t>BBB وFFF</a:t>
            </a:r>
          </a:p>
        </p:txBody>
      </p:sp>
      <p:sp>
        <p:nvSpPr>
          <p:cNvPr id="9" name="text-8">
            <a:extLst xmlns:a="http://schemas.openxmlformats.org/drawingml/2006/main">
              <a:ext uri="{FF2B5EF4-FFF2-40B4-BE49-F238E27FC236}">
                <a16:creationId xmlns:a16="http://schemas.microsoft.com/office/drawing/2014/main" id="{EDC9E9C3-8656-4D7C-8EFC-77DE7B5B4C88}"/>
              </a:ext>
            </a:extLst>
          </p:cNvPr>
          <p:cNvSpPr>
            <a:spLocks xmlns:a="http://schemas.openxmlformats.org/drawingml/2006/main" noGrp="1"/>
          </p:cNvSpPr>
          <p:nvPr/>
        </p:nvSpPr>
        <p:spPr>
          <a:xfrm xmlns:a="http://schemas.openxmlformats.org/drawingml/2006/main">
            <a:off x="619125" y="2552700"/>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650" b="0">
                <a:solidFill>
                  <a:srgbClr val="526577"/>
                </a:solidFill>
                <a:latin typeface="DejaVu Sans"/>
                <a:ea typeface="DejaVu Sans"/>
                <a:cs typeface="DejaVu Sans"/>
              </a:defRPr>
            </a:defPPr>
            <a:lvl1pPr algn="r">
              <a:defRPr sz="1650" b="0">
                <a:solidFill>
                  <a:srgbClr val="526577"/>
                </a:solidFill>
                <a:latin typeface="DejaVu Sans"/>
                <a:ea typeface="DejaVu Sans"/>
                <a:cs typeface="DejaVu Sans"/>
              </a:defRPr>
            </a:lvl1pPr>
            <a:lvl2pPr algn="r">
              <a:defRPr sz="1650" b="0">
                <a:solidFill>
                  <a:srgbClr val="526577"/>
                </a:solidFill>
                <a:latin typeface="DejaVu Sans"/>
                <a:ea typeface="DejaVu Sans"/>
                <a:cs typeface="DejaVu Sans"/>
              </a:defRPr>
            </a:lvl2pPr>
            <a:lvl3pPr algn="r">
              <a:defRPr sz="1650" b="0">
                <a:solidFill>
                  <a:srgbClr val="526577"/>
                </a:solidFill>
                <a:latin typeface="DejaVu Sans"/>
                <a:ea typeface="DejaVu Sans"/>
                <a:cs typeface="DejaVu Sans"/>
              </a:defRPr>
            </a:lvl3pPr>
            <a:lvl4pPr algn="r">
              <a:defRPr sz="1650" b="0">
                <a:solidFill>
                  <a:srgbClr val="526577"/>
                </a:solidFill>
                <a:latin typeface="DejaVu Sans"/>
                <a:ea typeface="DejaVu Sans"/>
                <a:cs typeface="DejaVu Sans"/>
              </a:defRPr>
            </a:lvl4pPr>
            <a:lvl5pPr algn="r">
              <a:defRPr sz="1650" b="0">
                <a:solidFill>
                  <a:srgbClr val="526577"/>
                </a:solidFill>
                <a:latin typeface="DejaVu Sans"/>
                <a:ea typeface="DejaVu Sans"/>
                <a:cs typeface="DejaVu Sans"/>
              </a:defRPr>
            </a:lvl5pPr>
            <a:lvl6pPr algn="r">
              <a:defRPr sz="1650" b="0">
                <a:solidFill>
                  <a:srgbClr val="526577"/>
                </a:solidFill>
                <a:latin typeface="DejaVu Sans"/>
                <a:ea typeface="DejaVu Sans"/>
                <a:cs typeface="DejaVu Sans"/>
              </a:defRPr>
            </a:lvl6pPr>
            <a:lvl7pPr algn="r">
              <a:defRPr sz="1650" b="0">
                <a:solidFill>
                  <a:srgbClr val="526577"/>
                </a:solidFill>
                <a:latin typeface="DejaVu Sans"/>
                <a:ea typeface="DejaVu Sans"/>
                <a:cs typeface="DejaVu Sans"/>
              </a:defRPr>
            </a:lvl7pPr>
            <a:lvl8pPr algn="r">
              <a:defRPr sz="1650" b="0">
                <a:solidFill>
                  <a:srgbClr val="526577"/>
                </a:solidFill>
                <a:latin typeface="DejaVu Sans"/>
                <a:ea typeface="DejaVu Sans"/>
                <a:cs typeface="DejaVu Sans"/>
              </a:defRPr>
            </a:lvl8pPr>
            <a:lvl9pPr algn="r">
              <a:defRPr sz="1650" b="0">
                <a:solidFill>
                  <a:srgbClr val="526577"/>
                </a:solidFill>
                <a:latin typeface="DejaVu Sans"/>
                <a:ea typeface="DejaVu Sans"/>
                <a:cs typeface="DejaVu Sans"/>
              </a:defRPr>
            </a:lvl9pPr>
          </a:lstStyle>
          <a:p xmlns:a="http://schemas.openxmlformats.org/drawingml/2006/main">
            <a:pPr algn="r" rtl="1">
              <a:defRPr sz="1650" b="0">
                <a:solidFill>
                  <a:srgbClr val="526577"/>
                </a:solidFill>
                <a:latin typeface="DejaVu Sans"/>
                <a:ea typeface="DejaVu Sans"/>
                <a:cs typeface="DejaVu Sans"/>
              </a:defRPr>
            </a:pPr>
            <a:r>
              <a:rPr sz="1650" b="0" lang="ar-SA">
                <a:solidFill>
                  <a:srgbClr val="526577"/>
                </a:solidFill>
                <a:latin typeface="DejaVu Sans"/>
                <a:ea typeface="DejaVu Sans"/>
                <a:cs typeface="DejaVu Sans"/>
              </a:rPr>
              <a:t>تخصيص سعة الإرشاد بما يتناسب مع حجم الحالات</a:t>
            </a:r>
          </a:p>
        </p:txBody>
      </p:sp>
      <p:sp>
        <p:nvSpPr>
          <p:cNvPr id="10" name="text-9">
            <a:extLst xmlns:a="http://schemas.openxmlformats.org/drawingml/2006/main">
              <a:ext uri="{FF2B5EF4-FFF2-40B4-BE49-F238E27FC236}">
                <a16:creationId xmlns:a16="http://schemas.microsoft.com/office/drawing/2014/main" id="{812585B1-917E-4D5C-A679-DAC8D6551C59}"/>
              </a:ext>
            </a:extLst>
          </p:cNvPr>
          <p:cNvSpPr>
            <a:spLocks xmlns:a="http://schemas.openxmlformats.org/drawingml/2006/main" noGrp="1"/>
          </p:cNvSpPr>
          <p:nvPr/>
        </p:nvSpPr>
        <p:spPr>
          <a:xfrm xmlns:a="http://schemas.openxmlformats.org/drawingml/2006/main">
            <a:off x="9448800" y="33432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77E82"/>
                </a:solidFill>
                <a:latin typeface="DejaVu Sans"/>
                <a:ea typeface="DejaVu Sans"/>
                <a:cs typeface="DejaVu Sans"/>
              </a:defRPr>
            </a:defPPr>
            <a:lvl1pPr algn="r">
              <a:defRPr sz="1725" b="1">
                <a:solidFill>
                  <a:srgbClr val="177E82"/>
                </a:solidFill>
                <a:latin typeface="DejaVu Sans"/>
                <a:ea typeface="DejaVu Sans"/>
                <a:cs typeface="DejaVu Sans"/>
              </a:defRPr>
            </a:lvl1pPr>
            <a:lvl2pPr algn="r">
              <a:defRPr sz="1725" b="1">
                <a:solidFill>
                  <a:srgbClr val="177E82"/>
                </a:solidFill>
                <a:latin typeface="DejaVu Sans"/>
                <a:ea typeface="DejaVu Sans"/>
                <a:cs typeface="DejaVu Sans"/>
              </a:defRPr>
            </a:lvl2pPr>
            <a:lvl3pPr algn="r">
              <a:defRPr sz="1725" b="1">
                <a:solidFill>
                  <a:srgbClr val="177E82"/>
                </a:solidFill>
                <a:latin typeface="DejaVu Sans"/>
                <a:ea typeface="DejaVu Sans"/>
                <a:cs typeface="DejaVu Sans"/>
              </a:defRPr>
            </a:lvl3pPr>
            <a:lvl4pPr algn="r">
              <a:defRPr sz="1725" b="1">
                <a:solidFill>
                  <a:srgbClr val="177E82"/>
                </a:solidFill>
                <a:latin typeface="DejaVu Sans"/>
                <a:ea typeface="DejaVu Sans"/>
                <a:cs typeface="DejaVu Sans"/>
              </a:defRPr>
            </a:lvl4pPr>
            <a:lvl5pPr algn="r">
              <a:defRPr sz="1725" b="1">
                <a:solidFill>
                  <a:srgbClr val="177E82"/>
                </a:solidFill>
                <a:latin typeface="DejaVu Sans"/>
                <a:ea typeface="DejaVu Sans"/>
                <a:cs typeface="DejaVu Sans"/>
              </a:defRPr>
            </a:lvl5pPr>
            <a:lvl6pPr algn="r">
              <a:defRPr sz="1725" b="1">
                <a:solidFill>
                  <a:srgbClr val="177E82"/>
                </a:solidFill>
                <a:latin typeface="DejaVu Sans"/>
                <a:ea typeface="DejaVu Sans"/>
                <a:cs typeface="DejaVu Sans"/>
              </a:defRPr>
            </a:lvl6pPr>
            <a:lvl7pPr algn="r">
              <a:defRPr sz="1725" b="1">
                <a:solidFill>
                  <a:srgbClr val="177E82"/>
                </a:solidFill>
                <a:latin typeface="DejaVu Sans"/>
                <a:ea typeface="DejaVu Sans"/>
                <a:cs typeface="DejaVu Sans"/>
              </a:defRPr>
            </a:lvl7pPr>
            <a:lvl8pPr algn="r">
              <a:defRPr sz="1725" b="1">
                <a:solidFill>
                  <a:srgbClr val="177E82"/>
                </a:solidFill>
                <a:latin typeface="DejaVu Sans"/>
                <a:ea typeface="DejaVu Sans"/>
                <a:cs typeface="DejaVu Sans"/>
              </a:defRPr>
            </a:lvl8pPr>
            <a:lvl9pPr algn="r">
              <a:defRPr sz="1725" b="1">
                <a:solidFill>
                  <a:srgbClr val="177E82"/>
                </a:solidFill>
                <a:latin typeface="DejaVu Sans"/>
                <a:ea typeface="DejaVu Sans"/>
                <a:cs typeface="DejaVu Sans"/>
              </a:defRPr>
            </a:lvl9pPr>
          </a:lstStyle>
          <a:p xmlns:a="http://schemas.openxmlformats.org/drawingml/2006/main">
            <a:pPr algn="r" rtl="1">
              <a:defRPr sz="1725" b="1">
                <a:solidFill>
                  <a:srgbClr val="177E82"/>
                </a:solidFill>
                <a:latin typeface="DejaVu Sans"/>
                <a:ea typeface="DejaVu Sans"/>
                <a:cs typeface="DejaVu Sans"/>
              </a:defRPr>
            </a:pPr>
            <a:r>
              <a:rPr sz="1725" b="1" lang="ar-SA">
                <a:solidFill>
                  <a:srgbClr val="177E82"/>
                </a:solidFill>
                <a:latin typeface="DejaVu Sans"/>
                <a:ea typeface="DejaVu Sans"/>
                <a:cs typeface="DejaVu Sans"/>
              </a:rPr>
              <a:t>الإرشاد الأكاديمي</a:t>
            </a:r>
          </a:p>
        </p:txBody>
      </p:sp>
      <p:sp>
        <p:nvSpPr>
          <p:cNvPr id="11" name="text-10">
            <a:extLst xmlns:a="http://schemas.openxmlformats.org/drawingml/2006/main">
              <a:ext uri="{FF2B5EF4-FFF2-40B4-BE49-F238E27FC236}">
                <a16:creationId xmlns:a16="http://schemas.microsoft.com/office/drawing/2014/main" id="{C53C6963-F819-4D5B-B997-B2BD2B77886F}"/>
              </a:ext>
            </a:extLst>
          </p:cNvPr>
          <p:cNvSpPr>
            <a:spLocks xmlns:a="http://schemas.openxmlformats.org/drawingml/2006/main" noGrp="1"/>
          </p:cNvSpPr>
          <p:nvPr/>
        </p:nvSpPr>
        <p:spPr>
          <a:xfrm xmlns:a="http://schemas.openxmlformats.org/drawingml/2006/main">
            <a:off x="6438900" y="33432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32D40"/>
                </a:solidFill>
                <a:latin typeface="DejaVu Sans"/>
                <a:ea typeface="DejaVu Sans"/>
                <a:cs typeface="DejaVu Sans"/>
              </a:defRPr>
            </a:defPPr>
            <a:lvl1pPr algn="r">
              <a:defRPr sz="1725" b="1">
                <a:solidFill>
                  <a:srgbClr val="132D40"/>
                </a:solidFill>
                <a:latin typeface="DejaVu Sans"/>
                <a:ea typeface="DejaVu Sans"/>
                <a:cs typeface="DejaVu Sans"/>
              </a:defRPr>
            </a:lvl1pPr>
            <a:lvl2pPr algn="r">
              <a:defRPr sz="1725" b="1">
                <a:solidFill>
                  <a:srgbClr val="132D40"/>
                </a:solidFill>
                <a:latin typeface="DejaVu Sans"/>
                <a:ea typeface="DejaVu Sans"/>
                <a:cs typeface="DejaVu Sans"/>
              </a:defRPr>
            </a:lvl2pPr>
            <a:lvl3pPr algn="r">
              <a:defRPr sz="1725" b="1">
                <a:solidFill>
                  <a:srgbClr val="132D40"/>
                </a:solidFill>
                <a:latin typeface="DejaVu Sans"/>
                <a:ea typeface="DejaVu Sans"/>
                <a:cs typeface="DejaVu Sans"/>
              </a:defRPr>
            </a:lvl3pPr>
            <a:lvl4pPr algn="r">
              <a:defRPr sz="1725" b="1">
                <a:solidFill>
                  <a:srgbClr val="132D40"/>
                </a:solidFill>
                <a:latin typeface="DejaVu Sans"/>
                <a:ea typeface="DejaVu Sans"/>
                <a:cs typeface="DejaVu Sans"/>
              </a:defRPr>
            </a:lvl4pPr>
            <a:lvl5pPr algn="r">
              <a:defRPr sz="1725" b="1">
                <a:solidFill>
                  <a:srgbClr val="132D40"/>
                </a:solidFill>
                <a:latin typeface="DejaVu Sans"/>
                <a:ea typeface="DejaVu Sans"/>
                <a:cs typeface="DejaVu Sans"/>
              </a:defRPr>
            </a:lvl5pPr>
            <a:lvl6pPr algn="r">
              <a:defRPr sz="1725" b="1">
                <a:solidFill>
                  <a:srgbClr val="132D40"/>
                </a:solidFill>
                <a:latin typeface="DejaVu Sans"/>
                <a:ea typeface="DejaVu Sans"/>
                <a:cs typeface="DejaVu Sans"/>
              </a:defRPr>
            </a:lvl6pPr>
            <a:lvl7pPr algn="r">
              <a:defRPr sz="1725" b="1">
                <a:solidFill>
                  <a:srgbClr val="132D40"/>
                </a:solidFill>
                <a:latin typeface="DejaVu Sans"/>
                <a:ea typeface="DejaVu Sans"/>
                <a:cs typeface="DejaVu Sans"/>
              </a:defRPr>
            </a:lvl7pPr>
            <a:lvl8pPr algn="r">
              <a:defRPr sz="1725" b="1">
                <a:solidFill>
                  <a:srgbClr val="132D40"/>
                </a:solidFill>
                <a:latin typeface="DejaVu Sans"/>
                <a:ea typeface="DejaVu Sans"/>
                <a:cs typeface="DejaVu Sans"/>
              </a:defRPr>
            </a:lvl8pPr>
            <a:lvl9pPr algn="r">
              <a:defRPr sz="1725" b="1">
                <a:solidFill>
                  <a:srgbClr val="132D40"/>
                </a:solidFill>
                <a:latin typeface="DejaVu Sans"/>
                <a:ea typeface="DejaVu Sans"/>
                <a:cs typeface="DejaVu Sans"/>
              </a:defRPr>
            </a:lvl9pPr>
          </a:lstStyle>
          <a:p xmlns:a="http://schemas.openxmlformats.org/drawingml/2006/main">
            <a:pPr algn="r" rtl="1">
              <a:defRPr sz="1725" b="1">
                <a:solidFill>
                  <a:srgbClr val="132D40"/>
                </a:solidFill>
                <a:latin typeface="DejaVu Sans"/>
                <a:ea typeface="DejaVu Sans"/>
                <a:cs typeface="DejaVu Sans"/>
              </a:defRPr>
            </a:pPr>
            <a:r>
              <a:rPr sz="1725" b="1" lang="ar-SA">
                <a:solidFill>
                  <a:srgbClr val="132D40"/>
                </a:solidFill>
                <a:latin typeface="DejaVu Sans"/>
                <a:ea typeface="DejaVu Sans"/>
                <a:cs typeface="DejaVu Sans"/>
              </a:rPr>
              <a:t>العبء المرتفع والمحاولات السابقة</a:t>
            </a:r>
          </a:p>
        </p:txBody>
      </p:sp>
      <p:sp>
        <p:nvSpPr>
          <p:cNvPr id="12" name="text-11">
            <a:extLst xmlns:a="http://schemas.openxmlformats.org/drawingml/2006/main">
              <a:ext uri="{FF2B5EF4-FFF2-40B4-BE49-F238E27FC236}">
                <a16:creationId xmlns:a16="http://schemas.microsoft.com/office/drawing/2014/main" id="{2480605D-2C9C-4B4E-BCD0-787AE7FA6710}"/>
              </a:ext>
            </a:extLst>
          </p:cNvPr>
          <p:cNvSpPr>
            <a:spLocks xmlns:a="http://schemas.openxmlformats.org/drawingml/2006/main" noGrp="1"/>
          </p:cNvSpPr>
          <p:nvPr/>
        </p:nvSpPr>
        <p:spPr>
          <a:xfrm xmlns:a="http://schemas.openxmlformats.org/drawingml/2006/main">
            <a:off x="619125" y="3343275"/>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650" b="0">
                <a:solidFill>
                  <a:srgbClr val="526577"/>
                </a:solidFill>
                <a:latin typeface="DejaVu Sans"/>
                <a:ea typeface="DejaVu Sans"/>
                <a:cs typeface="DejaVu Sans"/>
              </a:defRPr>
            </a:defPPr>
            <a:lvl1pPr algn="r">
              <a:defRPr sz="1650" b="0">
                <a:solidFill>
                  <a:srgbClr val="526577"/>
                </a:solidFill>
                <a:latin typeface="DejaVu Sans"/>
                <a:ea typeface="DejaVu Sans"/>
                <a:cs typeface="DejaVu Sans"/>
              </a:defRPr>
            </a:lvl1pPr>
            <a:lvl2pPr algn="r">
              <a:defRPr sz="1650" b="0">
                <a:solidFill>
                  <a:srgbClr val="526577"/>
                </a:solidFill>
                <a:latin typeface="DejaVu Sans"/>
                <a:ea typeface="DejaVu Sans"/>
                <a:cs typeface="DejaVu Sans"/>
              </a:defRPr>
            </a:lvl2pPr>
            <a:lvl3pPr algn="r">
              <a:defRPr sz="1650" b="0">
                <a:solidFill>
                  <a:srgbClr val="526577"/>
                </a:solidFill>
                <a:latin typeface="DejaVu Sans"/>
                <a:ea typeface="DejaVu Sans"/>
                <a:cs typeface="DejaVu Sans"/>
              </a:defRPr>
            </a:lvl3pPr>
            <a:lvl4pPr algn="r">
              <a:defRPr sz="1650" b="0">
                <a:solidFill>
                  <a:srgbClr val="526577"/>
                </a:solidFill>
                <a:latin typeface="DejaVu Sans"/>
                <a:ea typeface="DejaVu Sans"/>
                <a:cs typeface="DejaVu Sans"/>
              </a:defRPr>
            </a:lvl4pPr>
            <a:lvl5pPr algn="r">
              <a:defRPr sz="1650" b="0">
                <a:solidFill>
                  <a:srgbClr val="526577"/>
                </a:solidFill>
                <a:latin typeface="DejaVu Sans"/>
                <a:ea typeface="DejaVu Sans"/>
                <a:cs typeface="DejaVu Sans"/>
              </a:defRPr>
            </a:lvl5pPr>
            <a:lvl6pPr algn="r">
              <a:defRPr sz="1650" b="0">
                <a:solidFill>
                  <a:srgbClr val="526577"/>
                </a:solidFill>
                <a:latin typeface="DejaVu Sans"/>
                <a:ea typeface="DejaVu Sans"/>
                <a:cs typeface="DejaVu Sans"/>
              </a:defRPr>
            </a:lvl6pPr>
            <a:lvl7pPr algn="r">
              <a:defRPr sz="1650" b="0">
                <a:solidFill>
                  <a:srgbClr val="526577"/>
                </a:solidFill>
                <a:latin typeface="DejaVu Sans"/>
                <a:ea typeface="DejaVu Sans"/>
                <a:cs typeface="DejaVu Sans"/>
              </a:defRPr>
            </a:lvl7pPr>
            <a:lvl8pPr algn="r">
              <a:defRPr sz="1650" b="0">
                <a:solidFill>
                  <a:srgbClr val="526577"/>
                </a:solidFill>
                <a:latin typeface="DejaVu Sans"/>
                <a:ea typeface="DejaVu Sans"/>
                <a:cs typeface="DejaVu Sans"/>
              </a:defRPr>
            </a:lvl8pPr>
            <a:lvl9pPr algn="r">
              <a:defRPr sz="1650" b="0">
                <a:solidFill>
                  <a:srgbClr val="526577"/>
                </a:solidFill>
                <a:latin typeface="DejaVu Sans"/>
                <a:ea typeface="DejaVu Sans"/>
                <a:cs typeface="DejaVu Sans"/>
              </a:defRPr>
            </a:lvl9pPr>
          </a:lstStyle>
          <a:p xmlns:a="http://schemas.openxmlformats.org/drawingml/2006/main">
            <a:pPr algn="r" rtl="1">
              <a:defRPr sz="1650" b="0">
                <a:solidFill>
                  <a:srgbClr val="526577"/>
                </a:solidFill>
                <a:latin typeface="DejaVu Sans"/>
                <a:ea typeface="DejaVu Sans"/>
                <a:cs typeface="DejaVu Sans"/>
              </a:defRPr>
            </a:pPr>
            <a:r>
              <a:rPr sz="1650" b="0" lang="ar-SA">
                <a:solidFill>
                  <a:srgbClr val="526577"/>
                </a:solidFill>
                <a:latin typeface="DejaVu Sans"/>
                <a:ea typeface="DejaVu Sans"/>
                <a:cs typeface="DejaVu Sans"/>
              </a:rPr>
              <a:t>وضع خطط دراسية واقعية وتحديد احتياجات الدعم</a:t>
            </a:r>
          </a:p>
        </p:txBody>
      </p:sp>
      <p:sp>
        <p:nvSpPr>
          <p:cNvPr id="13" name="text-12">
            <a:extLst xmlns:a="http://schemas.openxmlformats.org/drawingml/2006/main">
              <a:ext uri="{FF2B5EF4-FFF2-40B4-BE49-F238E27FC236}">
                <a16:creationId xmlns:a16="http://schemas.microsoft.com/office/drawing/2014/main" id="{E50A48E9-A59C-4AD2-AB0C-6F95630ECE0A}"/>
              </a:ext>
            </a:extLst>
          </p:cNvPr>
          <p:cNvSpPr>
            <a:spLocks xmlns:a="http://schemas.openxmlformats.org/drawingml/2006/main" noGrp="1"/>
          </p:cNvSpPr>
          <p:nvPr/>
        </p:nvSpPr>
        <p:spPr>
          <a:xfrm xmlns:a="http://schemas.openxmlformats.org/drawingml/2006/main">
            <a:off x="9448800" y="41338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77E82"/>
                </a:solidFill>
                <a:latin typeface="DejaVu Sans"/>
                <a:ea typeface="DejaVu Sans"/>
                <a:cs typeface="DejaVu Sans"/>
              </a:defRPr>
            </a:defPPr>
            <a:lvl1pPr algn="r">
              <a:defRPr sz="1725" b="1">
                <a:solidFill>
                  <a:srgbClr val="177E82"/>
                </a:solidFill>
                <a:latin typeface="DejaVu Sans"/>
                <a:ea typeface="DejaVu Sans"/>
                <a:cs typeface="DejaVu Sans"/>
              </a:defRPr>
            </a:lvl1pPr>
            <a:lvl2pPr algn="r">
              <a:defRPr sz="1725" b="1">
                <a:solidFill>
                  <a:srgbClr val="177E82"/>
                </a:solidFill>
                <a:latin typeface="DejaVu Sans"/>
                <a:ea typeface="DejaVu Sans"/>
                <a:cs typeface="DejaVu Sans"/>
              </a:defRPr>
            </a:lvl2pPr>
            <a:lvl3pPr algn="r">
              <a:defRPr sz="1725" b="1">
                <a:solidFill>
                  <a:srgbClr val="177E82"/>
                </a:solidFill>
                <a:latin typeface="DejaVu Sans"/>
                <a:ea typeface="DejaVu Sans"/>
                <a:cs typeface="DejaVu Sans"/>
              </a:defRPr>
            </a:lvl3pPr>
            <a:lvl4pPr algn="r">
              <a:defRPr sz="1725" b="1">
                <a:solidFill>
                  <a:srgbClr val="177E82"/>
                </a:solidFill>
                <a:latin typeface="DejaVu Sans"/>
                <a:ea typeface="DejaVu Sans"/>
                <a:cs typeface="DejaVu Sans"/>
              </a:defRPr>
            </a:lvl4pPr>
            <a:lvl5pPr algn="r">
              <a:defRPr sz="1725" b="1">
                <a:solidFill>
                  <a:srgbClr val="177E82"/>
                </a:solidFill>
                <a:latin typeface="DejaVu Sans"/>
                <a:ea typeface="DejaVu Sans"/>
                <a:cs typeface="DejaVu Sans"/>
              </a:defRPr>
            </a:lvl5pPr>
            <a:lvl6pPr algn="r">
              <a:defRPr sz="1725" b="1">
                <a:solidFill>
                  <a:srgbClr val="177E82"/>
                </a:solidFill>
                <a:latin typeface="DejaVu Sans"/>
                <a:ea typeface="DejaVu Sans"/>
                <a:cs typeface="DejaVu Sans"/>
              </a:defRPr>
            </a:lvl6pPr>
            <a:lvl7pPr algn="r">
              <a:defRPr sz="1725" b="1">
                <a:solidFill>
                  <a:srgbClr val="177E82"/>
                </a:solidFill>
                <a:latin typeface="DejaVu Sans"/>
                <a:ea typeface="DejaVu Sans"/>
                <a:cs typeface="DejaVu Sans"/>
              </a:defRPr>
            </a:lvl7pPr>
            <a:lvl8pPr algn="r">
              <a:defRPr sz="1725" b="1">
                <a:solidFill>
                  <a:srgbClr val="177E82"/>
                </a:solidFill>
                <a:latin typeface="DejaVu Sans"/>
                <a:ea typeface="DejaVu Sans"/>
                <a:cs typeface="DejaVu Sans"/>
              </a:defRPr>
            </a:lvl8pPr>
            <a:lvl9pPr algn="r">
              <a:defRPr sz="1725" b="1">
                <a:solidFill>
                  <a:srgbClr val="177E82"/>
                </a:solidFill>
                <a:latin typeface="DejaVu Sans"/>
                <a:ea typeface="DejaVu Sans"/>
                <a:cs typeface="DejaVu Sans"/>
              </a:defRPr>
            </a:lvl9pPr>
          </a:lstStyle>
          <a:p xmlns:a="http://schemas.openxmlformats.org/drawingml/2006/main">
            <a:pPr algn="r" rtl="1">
              <a:defRPr sz="1725" b="1">
                <a:solidFill>
                  <a:srgbClr val="177E82"/>
                </a:solidFill>
                <a:latin typeface="DejaVu Sans"/>
                <a:ea typeface="DejaVu Sans"/>
                <a:cs typeface="DejaVu Sans"/>
              </a:defRPr>
            </a:pPr>
            <a:r>
              <a:rPr sz="1725" b="1" lang="ar-SA">
                <a:solidFill>
                  <a:srgbClr val="177E82"/>
                </a:solidFill>
                <a:latin typeface="DejaVu Sans"/>
                <a:ea typeface="DejaVu Sans"/>
                <a:cs typeface="DejaVu Sans"/>
              </a:rPr>
              <a:t>فرق التدريس</a:t>
            </a:r>
          </a:p>
        </p:txBody>
      </p:sp>
      <p:sp>
        <p:nvSpPr>
          <p:cNvPr id="14" name="text-13">
            <a:extLst xmlns:a="http://schemas.openxmlformats.org/drawingml/2006/main">
              <a:ext uri="{FF2B5EF4-FFF2-40B4-BE49-F238E27FC236}">
                <a16:creationId xmlns:a16="http://schemas.microsoft.com/office/drawing/2014/main" id="{E8D33F0F-DC75-47AF-B89F-31BF69D88830}"/>
              </a:ext>
            </a:extLst>
          </p:cNvPr>
          <p:cNvSpPr>
            <a:spLocks xmlns:a="http://schemas.openxmlformats.org/drawingml/2006/main" noGrp="1"/>
          </p:cNvSpPr>
          <p:nvPr/>
        </p:nvSpPr>
        <p:spPr>
          <a:xfrm xmlns:a="http://schemas.openxmlformats.org/drawingml/2006/main">
            <a:off x="6438900" y="41338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32D40"/>
                </a:solidFill>
                <a:latin typeface="DejaVu Sans"/>
                <a:ea typeface="DejaVu Sans"/>
                <a:cs typeface="DejaVu Sans"/>
              </a:defRPr>
            </a:defPPr>
            <a:lvl1pPr algn="r">
              <a:defRPr sz="1725" b="1">
                <a:solidFill>
                  <a:srgbClr val="132D40"/>
                </a:solidFill>
                <a:latin typeface="DejaVu Sans"/>
                <a:ea typeface="DejaVu Sans"/>
                <a:cs typeface="DejaVu Sans"/>
              </a:defRPr>
            </a:lvl1pPr>
            <a:lvl2pPr algn="r">
              <a:defRPr sz="1725" b="1">
                <a:solidFill>
                  <a:srgbClr val="132D40"/>
                </a:solidFill>
                <a:latin typeface="DejaVu Sans"/>
                <a:ea typeface="DejaVu Sans"/>
                <a:cs typeface="DejaVu Sans"/>
              </a:defRPr>
            </a:lvl2pPr>
            <a:lvl3pPr algn="r">
              <a:defRPr sz="1725" b="1">
                <a:solidFill>
                  <a:srgbClr val="132D40"/>
                </a:solidFill>
                <a:latin typeface="DejaVu Sans"/>
                <a:ea typeface="DejaVu Sans"/>
                <a:cs typeface="DejaVu Sans"/>
              </a:defRPr>
            </a:lvl3pPr>
            <a:lvl4pPr algn="r">
              <a:defRPr sz="1725" b="1">
                <a:solidFill>
                  <a:srgbClr val="132D40"/>
                </a:solidFill>
                <a:latin typeface="DejaVu Sans"/>
                <a:ea typeface="DejaVu Sans"/>
                <a:cs typeface="DejaVu Sans"/>
              </a:defRPr>
            </a:lvl4pPr>
            <a:lvl5pPr algn="r">
              <a:defRPr sz="1725" b="1">
                <a:solidFill>
                  <a:srgbClr val="132D40"/>
                </a:solidFill>
                <a:latin typeface="DejaVu Sans"/>
                <a:ea typeface="DejaVu Sans"/>
                <a:cs typeface="DejaVu Sans"/>
              </a:defRPr>
            </a:lvl5pPr>
            <a:lvl6pPr algn="r">
              <a:defRPr sz="1725" b="1">
                <a:solidFill>
                  <a:srgbClr val="132D40"/>
                </a:solidFill>
                <a:latin typeface="DejaVu Sans"/>
                <a:ea typeface="DejaVu Sans"/>
                <a:cs typeface="DejaVu Sans"/>
              </a:defRPr>
            </a:lvl6pPr>
            <a:lvl7pPr algn="r">
              <a:defRPr sz="1725" b="1">
                <a:solidFill>
                  <a:srgbClr val="132D40"/>
                </a:solidFill>
                <a:latin typeface="DejaVu Sans"/>
                <a:ea typeface="DejaVu Sans"/>
                <a:cs typeface="DejaVu Sans"/>
              </a:defRPr>
            </a:lvl7pPr>
            <a:lvl8pPr algn="r">
              <a:defRPr sz="1725" b="1">
                <a:solidFill>
                  <a:srgbClr val="132D40"/>
                </a:solidFill>
                <a:latin typeface="DejaVu Sans"/>
                <a:ea typeface="DejaVu Sans"/>
                <a:cs typeface="DejaVu Sans"/>
              </a:defRPr>
            </a:lvl8pPr>
            <a:lvl9pPr algn="r">
              <a:defRPr sz="1725" b="1">
                <a:solidFill>
                  <a:srgbClr val="132D40"/>
                </a:solidFill>
                <a:latin typeface="DejaVu Sans"/>
                <a:ea typeface="DejaVu Sans"/>
                <a:cs typeface="DejaVu Sans"/>
              </a:defRPr>
            </a:lvl9pPr>
          </a:lstStyle>
          <a:p xmlns:a="http://schemas.openxmlformats.org/drawingml/2006/main">
            <a:pPr algn="r" rtl="1">
              <a:defRPr sz="1725" b="1">
                <a:solidFill>
                  <a:srgbClr val="132D40"/>
                </a:solidFill>
                <a:latin typeface="DejaVu Sans"/>
                <a:ea typeface="DejaVu Sans"/>
                <a:cs typeface="DejaVu Sans"/>
              </a:defRPr>
            </a:pPr>
            <a:r>
              <a:rPr sz="1725" b="1" lang="ar-SA">
                <a:solidFill>
                  <a:srgbClr val="132D40"/>
                </a:solidFill>
                <a:latin typeface="DejaVu Sans"/>
                <a:ea typeface="DejaVu Sans"/>
                <a:cs typeface="DejaVu Sans"/>
              </a:rPr>
              <a:t>GGG وEEE وFFF وCCC</a:t>
            </a:r>
          </a:p>
        </p:txBody>
      </p:sp>
      <p:sp>
        <p:nvSpPr>
          <p:cNvPr id="15" name="text-14">
            <a:extLst xmlns:a="http://schemas.openxmlformats.org/drawingml/2006/main">
              <a:ext uri="{FF2B5EF4-FFF2-40B4-BE49-F238E27FC236}">
                <a16:creationId xmlns:a16="http://schemas.microsoft.com/office/drawing/2014/main" id="{1E8D552A-BB0E-4407-8C5B-225B1BE82A60}"/>
              </a:ext>
            </a:extLst>
          </p:cNvPr>
          <p:cNvSpPr>
            <a:spLocks xmlns:a="http://schemas.openxmlformats.org/drawingml/2006/main" noGrp="1"/>
          </p:cNvSpPr>
          <p:nvPr/>
        </p:nvSpPr>
        <p:spPr>
          <a:xfrm xmlns:a="http://schemas.openxmlformats.org/drawingml/2006/main">
            <a:off x="619125" y="4133850"/>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650" b="0">
                <a:solidFill>
                  <a:srgbClr val="526577"/>
                </a:solidFill>
                <a:latin typeface="DejaVu Sans"/>
                <a:ea typeface="DejaVu Sans"/>
                <a:cs typeface="DejaVu Sans"/>
              </a:defRPr>
            </a:defPPr>
            <a:lvl1pPr algn="r">
              <a:defRPr sz="1650" b="0">
                <a:solidFill>
                  <a:srgbClr val="526577"/>
                </a:solidFill>
                <a:latin typeface="DejaVu Sans"/>
                <a:ea typeface="DejaVu Sans"/>
                <a:cs typeface="DejaVu Sans"/>
              </a:defRPr>
            </a:lvl1pPr>
            <a:lvl2pPr algn="r">
              <a:defRPr sz="1650" b="0">
                <a:solidFill>
                  <a:srgbClr val="526577"/>
                </a:solidFill>
                <a:latin typeface="DejaVu Sans"/>
                <a:ea typeface="DejaVu Sans"/>
                <a:cs typeface="DejaVu Sans"/>
              </a:defRPr>
            </a:lvl2pPr>
            <a:lvl3pPr algn="r">
              <a:defRPr sz="1650" b="0">
                <a:solidFill>
                  <a:srgbClr val="526577"/>
                </a:solidFill>
                <a:latin typeface="DejaVu Sans"/>
                <a:ea typeface="DejaVu Sans"/>
                <a:cs typeface="DejaVu Sans"/>
              </a:defRPr>
            </a:lvl3pPr>
            <a:lvl4pPr algn="r">
              <a:defRPr sz="1650" b="0">
                <a:solidFill>
                  <a:srgbClr val="526577"/>
                </a:solidFill>
                <a:latin typeface="DejaVu Sans"/>
                <a:ea typeface="DejaVu Sans"/>
                <a:cs typeface="DejaVu Sans"/>
              </a:defRPr>
            </a:lvl4pPr>
            <a:lvl5pPr algn="r">
              <a:defRPr sz="1650" b="0">
                <a:solidFill>
                  <a:srgbClr val="526577"/>
                </a:solidFill>
                <a:latin typeface="DejaVu Sans"/>
                <a:ea typeface="DejaVu Sans"/>
                <a:cs typeface="DejaVu Sans"/>
              </a:defRPr>
            </a:lvl5pPr>
            <a:lvl6pPr algn="r">
              <a:defRPr sz="1650" b="0">
                <a:solidFill>
                  <a:srgbClr val="526577"/>
                </a:solidFill>
                <a:latin typeface="DejaVu Sans"/>
                <a:ea typeface="DejaVu Sans"/>
                <a:cs typeface="DejaVu Sans"/>
              </a:defRPr>
            </a:lvl6pPr>
            <a:lvl7pPr algn="r">
              <a:defRPr sz="1650" b="0">
                <a:solidFill>
                  <a:srgbClr val="526577"/>
                </a:solidFill>
                <a:latin typeface="DejaVu Sans"/>
                <a:ea typeface="DejaVu Sans"/>
                <a:cs typeface="DejaVu Sans"/>
              </a:defRPr>
            </a:lvl7pPr>
            <a:lvl8pPr algn="r">
              <a:defRPr sz="1650" b="0">
                <a:solidFill>
                  <a:srgbClr val="526577"/>
                </a:solidFill>
                <a:latin typeface="DejaVu Sans"/>
                <a:ea typeface="DejaVu Sans"/>
                <a:cs typeface="DejaVu Sans"/>
              </a:defRPr>
            </a:lvl8pPr>
            <a:lvl9pPr algn="r">
              <a:defRPr sz="1650" b="0">
                <a:solidFill>
                  <a:srgbClr val="526577"/>
                </a:solidFill>
                <a:latin typeface="DejaVu Sans"/>
                <a:ea typeface="DejaVu Sans"/>
                <a:cs typeface="DejaVu Sans"/>
              </a:defRPr>
            </a:lvl9pPr>
          </a:lstStyle>
          <a:p xmlns:a="http://schemas.openxmlformats.org/drawingml/2006/main">
            <a:pPr algn="r" rtl="1">
              <a:defRPr sz="1650" b="0">
                <a:solidFill>
                  <a:srgbClr val="526577"/>
                </a:solidFill>
                <a:latin typeface="DejaVu Sans"/>
                <a:ea typeface="DejaVu Sans"/>
                <a:cs typeface="DejaVu Sans"/>
              </a:defRPr>
            </a:pPr>
            <a:r>
              <a:rPr sz="1650" b="0" lang="ar-SA">
                <a:solidFill>
                  <a:srgbClr val="526577"/>
                </a:solidFill>
                <a:latin typeface="DejaVu Sans"/>
                <a:ea typeface="DejaVu Sans"/>
                <a:cs typeface="DejaVu Sans"/>
              </a:rPr>
              <a:t>معالجة غياب التسليمات وصعوبات المواعيد</a:t>
            </a:r>
          </a:p>
        </p:txBody>
      </p:sp>
      <p:sp>
        <p:nvSpPr>
          <p:cNvPr id="16" name="text-15">
            <a:extLst xmlns:a="http://schemas.openxmlformats.org/drawingml/2006/main">
              <a:ext uri="{FF2B5EF4-FFF2-40B4-BE49-F238E27FC236}">
                <a16:creationId xmlns:a16="http://schemas.microsoft.com/office/drawing/2014/main" id="{2A42222C-9A3F-47C2-B83F-D8A782907129}"/>
              </a:ext>
            </a:extLst>
          </p:cNvPr>
          <p:cNvSpPr>
            <a:spLocks xmlns:a="http://schemas.openxmlformats.org/drawingml/2006/main" noGrp="1"/>
          </p:cNvSpPr>
          <p:nvPr/>
        </p:nvSpPr>
        <p:spPr>
          <a:xfrm xmlns:a="http://schemas.openxmlformats.org/drawingml/2006/main">
            <a:off x="9448800" y="49244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77E82"/>
                </a:solidFill>
                <a:latin typeface="DejaVu Sans"/>
                <a:ea typeface="DejaVu Sans"/>
                <a:cs typeface="DejaVu Sans"/>
              </a:defRPr>
            </a:defPPr>
            <a:lvl1pPr algn="r">
              <a:defRPr sz="1725" b="1">
                <a:solidFill>
                  <a:srgbClr val="177E82"/>
                </a:solidFill>
                <a:latin typeface="DejaVu Sans"/>
                <a:ea typeface="DejaVu Sans"/>
                <a:cs typeface="DejaVu Sans"/>
              </a:defRPr>
            </a:lvl1pPr>
            <a:lvl2pPr algn="r">
              <a:defRPr sz="1725" b="1">
                <a:solidFill>
                  <a:srgbClr val="177E82"/>
                </a:solidFill>
                <a:latin typeface="DejaVu Sans"/>
                <a:ea typeface="DejaVu Sans"/>
                <a:cs typeface="DejaVu Sans"/>
              </a:defRPr>
            </a:lvl2pPr>
            <a:lvl3pPr algn="r">
              <a:defRPr sz="1725" b="1">
                <a:solidFill>
                  <a:srgbClr val="177E82"/>
                </a:solidFill>
                <a:latin typeface="DejaVu Sans"/>
                <a:ea typeface="DejaVu Sans"/>
                <a:cs typeface="DejaVu Sans"/>
              </a:defRPr>
            </a:lvl3pPr>
            <a:lvl4pPr algn="r">
              <a:defRPr sz="1725" b="1">
                <a:solidFill>
                  <a:srgbClr val="177E82"/>
                </a:solidFill>
                <a:latin typeface="DejaVu Sans"/>
                <a:ea typeface="DejaVu Sans"/>
                <a:cs typeface="DejaVu Sans"/>
              </a:defRPr>
            </a:lvl4pPr>
            <a:lvl5pPr algn="r">
              <a:defRPr sz="1725" b="1">
                <a:solidFill>
                  <a:srgbClr val="177E82"/>
                </a:solidFill>
                <a:latin typeface="DejaVu Sans"/>
                <a:ea typeface="DejaVu Sans"/>
                <a:cs typeface="DejaVu Sans"/>
              </a:defRPr>
            </a:lvl5pPr>
            <a:lvl6pPr algn="r">
              <a:defRPr sz="1725" b="1">
                <a:solidFill>
                  <a:srgbClr val="177E82"/>
                </a:solidFill>
                <a:latin typeface="DejaVu Sans"/>
                <a:ea typeface="DejaVu Sans"/>
                <a:cs typeface="DejaVu Sans"/>
              </a:defRPr>
            </a:lvl6pPr>
            <a:lvl7pPr algn="r">
              <a:defRPr sz="1725" b="1">
                <a:solidFill>
                  <a:srgbClr val="177E82"/>
                </a:solidFill>
                <a:latin typeface="DejaVu Sans"/>
                <a:ea typeface="DejaVu Sans"/>
                <a:cs typeface="DejaVu Sans"/>
              </a:defRPr>
            </a:lvl7pPr>
            <a:lvl8pPr algn="r">
              <a:defRPr sz="1725" b="1">
                <a:solidFill>
                  <a:srgbClr val="177E82"/>
                </a:solidFill>
                <a:latin typeface="DejaVu Sans"/>
                <a:ea typeface="DejaVu Sans"/>
                <a:cs typeface="DejaVu Sans"/>
              </a:defRPr>
            </a:lvl8pPr>
            <a:lvl9pPr algn="r">
              <a:defRPr sz="1725" b="1">
                <a:solidFill>
                  <a:srgbClr val="177E82"/>
                </a:solidFill>
                <a:latin typeface="DejaVu Sans"/>
                <a:ea typeface="DejaVu Sans"/>
                <a:cs typeface="DejaVu Sans"/>
              </a:defRPr>
            </a:lvl9pPr>
          </a:lstStyle>
          <a:p xmlns:a="http://schemas.openxmlformats.org/drawingml/2006/main">
            <a:pPr algn="r" rtl="1">
              <a:defRPr sz="1725" b="1">
                <a:solidFill>
                  <a:srgbClr val="177E82"/>
                </a:solidFill>
                <a:latin typeface="DejaVu Sans"/>
                <a:ea typeface="DejaVu Sans"/>
                <a:cs typeface="DejaVu Sans"/>
              </a:defRPr>
            </a:pPr>
            <a:r>
              <a:rPr sz="1725" b="1" lang="ar-SA">
                <a:solidFill>
                  <a:srgbClr val="177E82"/>
                </a:solidFill>
                <a:latin typeface="DejaVu Sans"/>
                <a:ea typeface="DejaVu Sans"/>
                <a:cs typeface="DejaVu Sans"/>
              </a:rPr>
              <a:t>دعم الوصول</a:t>
            </a:r>
          </a:p>
        </p:txBody>
      </p:sp>
      <p:sp>
        <p:nvSpPr>
          <p:cNvPr id="17" name="text-16">
            <a:extLst xmlns:a="http://schemas.openxmlformats.org/drawingml/2006/main">
              <a:ext uri="{FF2B5EF4-FFF2-40B4-BE49-F238E27FC236}">
                <a16:creationId xmlns:a16="http://schemas.microsoft.com/office/drawing/2014/main" id="{DE782535-D736-45BA-9DB8-7081644069CB}"/>
              </a:ext>
            </a:extLst>
          </p:cNvPr>
          <p:cNvSpPr>
            <a:spLocks xmlns:a="http://schemas.openxmlformats.org/drawingml/2006/main" noGrp="1"/>
          </p:cNvSpPr>
          <p:nvPr/>
        </p:nvSpPr>
        <p:spPr>
          <a:xfrm xmlns:a="http://schemas.openxmlformats.org/drawingml/2006/main">
            <a:off x="6438900" y="49244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32D40"/>
                </a:solidFill>
                <a:latin typeface="DejaVu Sans"/>
                <a:ea typeface="DejaVu Sans"/>
                <a:cs typeface="DejaVu Sans"/>
              </a:defRPr>
            </a:defPPr>
            <a:lvl1pPr algn="r">
              <a:defRPr sz="1725" b="1">
                <a:solidFill>
                  <a:srgbClr val="132D40"/>
                </a:solidFill>
                <a:latin typeface="DejaVu Sans"/>
                <a:ea typeface="DejaVu Sans"/>
                <a:cs typeface="DejaVu Sans"/>
              </a:defRPr>
            </a:lvl1pPr>
            <a:lvl2pPr algn="r">
              <a:defRPr sz="1725" b="1">
                <a:solidFill>
                  <a:srgbClr val="132D40"/>
                </a:solidFill>
                <a:latin typeface="DejaVu Sans"/>
                <a:ea typeface="DejaVu Sans"/>
                <a:cs typeface="DejaVu Sans"/>
              </a:defRPr>
            </a:lvl2pPr>
            <a:lvl3pPr algn="r">
              <a:defRPr sz="1725" b="1">
                <a:solidFill>
                  <a:srgbClr val="132D40"/>
                </a:solidFill>
                <a:latin typeface="DejaVu Sans"/>
                <a:ea typeface="DejaVu Sans"/>
                <a:cs typeface="DejaVu Sans"/>
              </a:defRPr>
            </a:lvl3pPr>
            <a:lvl4pPr algn="r">
              <a:defRPr sz="1725" b="1">
                <a:solidFill>
                  <a:srgbClr val="132D40"/>
                </a:solidFill>
                <a:latin typeface="DejaVu Sans"/>
                <a:ea typeface="DejaVu Sans"/>
                <a:cs typeface="DejaVu Sans"/>
              </a:defRPr>
            </a:lvl4pPr>
            <a:lvl5pPr algn="r">
              <a:defRPr sz="1725" b="1">
                <a:solidFill>
                  <a:srgbClr val="132D40"/>
                </a:solidFill>
                <a:latin typeface="DejaVu Sans"/>
                <a:ea typeface="DejaVu Sans"/>
                <a:cs typeface="DejaVu Sans"/>
              </a:defRPr>
            </a:lvl5pPr>
            <a:lvl6pPr algn="r">
              <a:defRPr sz="1725" b="1">
                <a:solidFill>
                  <a:srgbClr val="132D40"/>
                </a:solidFill>
                <a:latin typeface="DejaVu Sans"/>
                <a:ea typeface="DejaVu Sans"/>
                <a:cs typeface="DejaVu Sans"/>
              </a:defRPr>
            </a:lvl6pPr>
            <a:lvl7pPr algn="r">
              <a:defRPr sz="1725" b="1">
                <a:solidFill>
                  <a:srgbClr val="132D40"/>
                </a:solidFill>
                <a:latin typeface="DejaVu Sans"/>
                <a:ea typeface="DejaVu Sans"/>
                <a:cs typeface="DejaVu Sans"/>
              </a:defRPr>
            </a:lvl7pPr>
            <a:lvl8pPr algn="r">
              <a:defRPr sz="1725" b="1">
                <a:solidFill>
                  <a:srgbClr val="132D40"/>
                </a:solidFill>
                <a:latin typeface="DejaVu Sans"/>
                <a:ea typeface="DejaVu Sans"/>
                <a:cs typeface="DejaVu Sans"/>
              </a:defRPr>
            </a:lvl8pPr>
            <a:lvl9pPr algn="r">
              <a:defRPr sz="1725" b="1">
                <a:solidFill>
                  <a:srgbClr val="132D40"/>
                </a:solidFill>
                <a:latin typeface="DejaVu Sans"/>
                <a:ea typeface="DejaVu Sans"/>
                <a:cs typeface="DejaVu Sans"/>
              </a:defRPr>
            </a:lvl9pPr>
          </a:lstStyle>
          <a:p xmlns:a="http://schemas.openxmlformats.org/drawingml/2006/main">
            <a:pPr algn="r" rtl="1">
              <a:defRPr sz="1725" b="1">
                <a:solidFill>
                  <a:srgbClr val="132D40"/>
                </a:solidFill>
                <a:latin typeface="DejaVu Sans"/>
                <a:ea typeface="DejaVu Sans"/>
                <a:cs typeface="DejaVu Sans"/>
              </a:defRPr>
            </a:pPr>
            <a:r>
              <a:rPr sz="1725" b="1" lang="ar-SA">
                <a:solidFill>
                  <a:srgbClr val="132D40"/>
                </a:solidFill>
                <a:latin typeface="DejaVu Sans"/>
                <a:ea typeface="DejaVu Sans"/>
                <a:cs typeface="DejaVu Sans"/>
              </a:rPr>
              <a:t>الطلاب الذين يواجهون عوائق الوصول</a:t>
            </a:r>
          </a:p>
        </p:txBody>
      </p:sp>
      <p:sp>
        <p:nvSpPr>
          <p:cNvPr id="18" name="text-17">
            <a:extLst xmlns:a="http://schemas.openxmlformats.org/drawingml/2006/main">
              <a:ext uri="{FF2B5EF4-FFF2-40B4-BE49-F238E27FC236}">
                <a16:creationId xmlns:a16="http://schemas.microsoft.com/office/drawing/2014/main" id="{3E54A259-02B4-4EE3-ABC0-90B81CE8222B}"/>
              </a:ext>
            </a:extLst>
          </p:cNvPr>
          <p:cNvSpPr>
            <a:spLocks xmlns:a="http://schemas.openxmlformats.org/drawingml/2006/main" noGrp="1"/>
          </p:cNvSpPr>
          <p:nvPr/>
        </p:nvSpPr>
        <p:spPr>
          <a:xfrm xmlns:a="http://schemas.openxmlformats.org/drawingml/2006/main">
            <a:off x="619125" y="4924425"/>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650" b="0">
                <a:solidFill>
                  <a:srgbClr val="526577"/>
                </a:solidFill>
                <a:latin typeface="DejaVu Sans"/>
                <a:ea typeface="DejaVu Sans"/>
                <a:cs typeface="DejaVu Sans"/>
              </a:defRPr>
            </a:defPPr>
            <a:lvl1pPr algn="r">
              <a:defRPr sz="1650" b="0">
                <a:solidFill>
                  <a:srgbClr val="526577"/>
                </a:solidFill>
                <a:latin typeface="DejaVu Sans"/>
                <a:ea typeface="DejaVu Sans"/>
                <a:cs typeface="DejaVu Sans"/>
              </a:defRPr>
            </a:lvl1pPr>
            <a:lvl2pPr algn="r">
              <a:defRPr sz="1650" b="0">
                <a:solidFill>
                  <a:srgbClr val="526577"/>
                </a:solidFill>
                <a:latin typeface="DejaVu Sans"/>
                <a:ea typeface="DejaVu Sans"/>
                <a:cs typeface="DejaVu Sans"/>
              </a:defRPr>
            </a:lvl2pPr>
            <a:lvl3pPr algn="r">
              <a:defRPr sz="1650" b="0">
                <a:solidFill>
                  <a:srgbClr val="526577"/>
                </a:solidFill>
                <a:latin typeface="DejaVu Sans"/>
                <a:ea typeface="DejaVu Sans"/>
                <a:cs typeface="DejaVu Sans"/>
              </a:defRPr>
            </a:lvl3pPr>
            <a:lvl4pPr algn="r">
              <a:defRPr sz="1650" b="0">
                <a:solidFill>
                  <a:srgbClr val="526577"/>
                </a:solidFill>
                <a:latin typeface="DejaVu Sans"/>
                <a:ea typeface="DejaVu Sans"/>
                <a:cs typeface="DejaVu Sans"/>
              </a:defRPr>
            </a:lvl4pPr>
            <a:lvl5pPr algn="r">
              <a:defRPr sz="1650" b="0">
                <a:solidFill>
                  <a:srgbClr val="526577"/>
                </a:solidFill>
                <a:latin typeface="DejaVu Sans"/>
                <a:ea typeface="DejaVu Sans"/>
                <a:cs typeface="DejaVu Sans"/>
              </a:defRPr>
            </a:lvl5pPr>
            <a:lvl6pPr algn="r">
              <a:defRPr sz="1650" b="0">
                <a:solidFill>
                  <a:srgbClr val="526577"/>
                </a:solidFill>
                <a:latin typeface="DejaVu Sans"/>
                <a:ea typeface="DejaVu Sans"/>
                <a:cs typeface="DejaVu Sans"/>
              </a:defRPr>
            </a:lvl6pPr>
            <a:lvl7pPr algn="r">
              <a:defRPr sz="1650" b="0">
                <a:solidFill>
                  <a:srgbClr val="526577"/>
                </a:solidFill>
                <a:latin typeface="DejaVu Sans"/>
                <a:ea typeface="DejaVu Sans"/>
                <a:cs typeface="DejaVu Sans"/>
              </a:defRPr>
            </a:lvl7pPr>
            <a:lvl8pPr algn="r">
              <a:defRPr sz="1650" b="0">
                <a:solidFill>
                  <a:srgbClr val="526577"/>
                </a:solidFill>
                <a:latin typeface="DejaVu Sans"/>
                <a:ea typeface="DejaVu Sans"/>
                <a:cs typeface="DejaVu Sans"/>
              </a:defRPr>
            </a:lvl8pPr>
            <a:lvl9pPr algn="r">
              <a:defRPr sz="1650" b="0">
                <a:solidFill>
                  <a:srgbClr val="526577"/>
                </a:solidFill>
                <a:latin typeface="DejaVu Sans"/>
                <a:ea typeface="DejaVu Sans"/>
                <a:cs typeface="DejaVu Sans"/>
              </a:defRPr>
            </a:lvl9pPr>
          </a:lstStyle>
          <a:p xmlns:a="http://schemas.openxmlformats.org/drawingml/2006/main">
            <a:pPr algn="r" rtl="1">
              <a:defRPr sz="1650" b="0">
                <a:solidFill>
                  <a:srgbClr val="526577"/>
                </a:solidFill>
                <a:latin typeface="DejaVu Sans"/>
                <a:ea typeface="DejaVu Sans"/>
                <a:cs typeface="DejaVu Sans"/>
              </a:defRPr>
            </a:pPr>
            <a:r>
              <a:rPr sz="1650" b="0" lang="ar-SA">
                <a:solidFill>
                  <a:srgbClr val="526577"/>
                </a:solidFill>
                <a:latin typeface="DejaVu Sans"/>
                <a:ea typeface="DejaVu Sans"/>
                <a:cs typeface="DejaVu Sans"/>
              </a:rPr>
              <a:t>توفير موارد قليلة استهلاك البيانات ومواعيد دعم مرنة</a:t>
            </a:r>
          </a:p>
        </p:txBody>
      </p:sp>
    </p:spTree>
    <p:extLst>
      <p:ext uri="{BB962C8B-B14F-4D97-AF65-F5344CB8AC3E}">
        <p14:creationId xmlns:p14="http://schemas.microsoft.com/office/powerpoint/2010/main" val="8387899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99F51781-124F-41EE-8A8D-4BD471A096CC}"/>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تقييم التجربة والقرارات المطلوبة</a:t>
            </a:r>
          </a:p>
        </p:txBody>
      </p:sp>
      <p:sp>
        <p:nvSpPr>
          <p:cNvPr id="2" name="text-1">
            <a:extLst xmlns:a="http://schemas.openxmlformats.org/drawingml/2006/main">
              <a:ext uri="{FF2B5EF4-FFF2-40B4-BE49-F238E27FC236}">
                <a16:creationId xmlns:a16="http://schemas.microsoft.com/office/drawing/2014/main" id="{42EEF90D-4DDC-4295-92AC-FC49ECDC8920}"/>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تطبيق تدريجي يربط تقديم الدعم بنتائج الطلاب</a:t>
            </a:r>
          </a:p>
        </p:txBody>
      </p:sp>
      <p:sp>
        <p:nvSpPr>
          <p:cNvPr id="3" name="text-2">
            <a:extLst xmlns:a="http://schemas.openxmlformats.org/drawingml/2006/main">
              <a:ext uri="{FF2B5EF4-FFF2-40B4-BE49-F238E27FC236}">
                <a16:creationId xmlns:a16="http://schemas.microsoft.com/office/drawing/2014/main" id="{CAF27A38-67F8-4866-8CF4-D44F7DFF0561}"/>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17</a:t>
            </a:r>
          </a:p>
        </p:txBody>
      </p:sp>
      <p:sp>
        <p:nvSpPr>
          <p:cNvPr id="4" name="text-3">
            <a:extLst xmlns:a="http://schemas.openxmlformats.org/drawingml/2006/main">
              <a:ext uri="{FF2B5EF4-FFF2-40B4-BE49-F238E27FC236}">
                <a16:creationId xmlns:a16="http://schemas.microsoft.com/office/drawing/2014/main" id="{B98A43AB-BCF4-41BD-ABCE-D5DD601A7880}"/>
              </a:ext>
            </a:extLst>
          </p:cNvPr>
          <p:cNvSpPr>
            <a:spLocks xmlns:a="http://schemas.openxmlformats.org/drawingml/2006/main" noGrp="1"/>
          </p:cNvSpPr>
          <p:nvPr/>
        </p:nvSpPr>
        <p:spPr>
          <a:xfrm xmlns:a="http://schemas.openxmlformats.org/drawingml/2006/main">
            <a:off x="7162800" y="18288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725" b="1">
                <a:solidFill>
                  <a:srgbClr val="177E82"/>
                </a:solidFill>
                <a:latin typeface="DejaVu Sans"/>
                <a:ea typeface="DejaVu Sans"/>
                <a:cs typeface="DejaVu Sans"/>
              </a:defRPr>
            </a:defPPr>
            <a:lvl1pPr algn="r">
              <a:defRPr sz="1725" b="1">
                <a:solidFill>
                  <a:srgbClr val="177E82"/>
                </a:solidFill>
                <a:latin typeface="DejaVu Sans"/>
                <a:ea typeface="DejaVu Sans"/>
                <a:cs typeface="DejaVu Sans"/>
              </a:defRPr>
            </a:lvl1pPr>
            <a:lvl2pPr algn="r">
              <a:defRPr sz="1725" b="1">
                <a:solidFill>
                  <a:srgbClr val="177E82"/>
                </a:solidFill>
                <a:latin typeface="DejaVu Sans"/>
                <a:ea typeface="DejaVu Sans"/>
                <a:cs typeface="DejaVu Sans"/>
              </a:defRPr>
            </a:lvl2pPr>
            <a:lvl3pPr algn="r">
              <a:defRPr sz="1725" b="1">
                <a:solidFill>
                  <a:srgbClr val="177E82"/>
                </a:solidFill>
                <a:latin typeface="DejaVu Sans"/>
                <a:ea typeface="DejaVu Sans"/>
                <a:cs typeface="DejaVu Sans"/>
              </a:defRPr>
            </a:lvl3pPr>
            <a:lvl4pPr algn="r">
              <a:defRPr sz="1725" b="1">
                <a:solidFill>
                  <a:srgbClr val="177E82"/>
                </a:solidFill>
                <a:latin typeface="DejaVu Sans"/>
                <a:ea typeface="DejaVu Sans"/>
                <a:cs typeface="DejaVu Sans"/>
              </a:defRPr>
            </a:lvl4pPr>
            <a:lvl5pPr algn="r">
              <a:defRPr sz="1725" b="1">
                <a:solidFill>
                  <a:srgbClr val="177E82"/>
                </a:solidFill>
                <a:latin typeface="DejaVu Sans"/>
                <a:ea typeface="DejaVu Sans"/>
                <a:cs typeface="DejaVu Sans"/>
              </a:defRPr>
            </a:lvl5pPr>
            <a:lvl6pPr algn="r">
              <a:defRPr sz="1725" b="1">
                <a:solidFill>
                  <a:srgbClr val="177E82"/>
                </a:solidFill>
                <a:latin typeface="DejaVu Sans"/>
                <a:ea typeface="DejaVu Sans"/>
                <a:cs typeface="DejaVu Sans"/>
              </a:defRPr>
            </a:lvl6pPr>
            <a:lvl7pPr algn="r">
              <a:defRPr sz="1725" b="1">
                <a:solidFill>
                  <a:srgbClr val="177E82"/>
                </a:solidFill>
                <a:latin typeface="DejaVu Sans"/>
                <a:ea typeface="DejaVu Sans"/>
                <a:cs typeface="DejaVu Sans"/>
              </a:defRPr>
            </a:lvl7pPr>
            <a:lvl8pPr algn="r">
              <a:defRPr sz="1725" b="1">
                <a:solidFill>
                  <a:srgbClr val="177E82"/>
                </a:solidFill>
                <a:latin typeface="DejaVu Sans"/>
                <a:ea typeface="DejaVu Sans"/>
                <a:cs typeface="DejaVu Sans"/>
              </a:defRPr>
            </a:lvl8pPr>
            <a:lvl9pPr algn="r">
              <a:defRPr sz="1725" b="1">
                <a:solidFill>
                  <a:srgbClr val="177E82"/>
                </a:solidFill>
                <a:latin typeface="DejaVu Sans"/>
                <a:ea typeface="DejaVu Sans"/>
                <a:cs typeface="DejaVu Sans"/>
              </a:defRPr>
            </a:lvl9pPr>
          </a:lstStyle>
          <a:p xmlns:a="http://schemas.openxmlformats.org/drawingml/2006/main">
            <a:pPr algn="r" rtl="1">
              <a:defRPr sz="1725" b="1">
                <a:solidFill>
                  <a:srgbClr val="177E82"/>
                </a:solidFill>
                <a:latin typeface="DejaVu Sans"/>
                <a:ea typeface="DejaVu Sans"/>
                <a:cs typeface="DejaVu Sans"/>
              </a:defRPr>
            </a:pPr>
            <a:r>
              <a:rPr sz="1725" b="1" lang="ar-SA">
                <a:solidFill>
                  <a:srgbClr val="177E82"/>
                </a:solidFill>
                <a:latin typeface="DejaVu Sans"/>
                <a:ea typeface="DejaVu Sans"/>
                <a:cs typeface="DejaVu Sans"/>
              </a:rPr>
              <a:t>المؤشر الرئيسي</a:t>
            </a:r>
          </a:p>
        </p:txBody>
      </p:sp>
      <p:sp>
        <p:nvSpPr>
          <p:cNvPr id="5" name="text-4">
            <a:extLst xmlns:a="http://schemas.openxmlformats.org/drawingml/2006/main">
              <a:ext uri="{FF2B5EF4-FFF2-40B4-BE49-F238E27FC236}">
                <a16:creationId xmlns:a16="http://schemas.microsoft.com/office/drawing/2014/main" id="{B7A0C915-17DA-437E-B186-C30095AEB790}"/>
              </a:ext>
            </a:extLst>
          </p:cNvPr>
          <p:cNvSpPr>
            <a:spLocks xmlns:a="http://schemas.openxmlformats.org/drawingml/2006/main" noGrp="1"/>
          </p:cNvSpPr>
          <p:nvPr/>
        </p:nvSpPr>
        <p:spPr>
          <a:xfrm xmlns:a="http://schemas.openxmlformats.org/drawingml/2006/main">
            <a:off x="6686550" y="2333625"/>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150" b="1">
                <a:solidFill>
                  <a:srgbClr val="132D40"/>
                </a:solidFill>
                <a:latin typeface="DejaVu Sans"/>
                <a:ea typeface="DejaVu Sans"/>
                <a:cs typeface="DejaVu Sans"/>
              </a:defRPr>
            </a:defPPr>
            <a:lvl1pPr algn="r">
              <a:defRPr sz="3150" b="1">
                <a:solidFill>
                  <a:srgbClr val="132D40"/>
                </a:solidFill>
                <a:latin typeface="DejaVu Sans"/>
                <a:ea typeface="DejaVu Sans"/>
                <a:cs typeface="DejaVu Sans"/>
              </a:defRPr>
            </a:lvl1pPr>
            <a:lvl2pPr algn="r">
              <a:defRPr sz="3150" b="1">
                <a:solidFill>
                  <a:srgbClr val="132D40"/>
                </a:solidFill>
                <a:latin typeface="DejaVu Sans"/>
                <a:ea typeface="DejaVu Sans"/>
                <a:cs typeface="DejaVu Sans"/>
              </a:defRPr>
            </a:lvl2pPr>
            <a:lvl3pPr algn="r">
              <a:defRPr sz="3150" b="1">
                <a:solidFill>
                  <a:srgbClr val="132D40"/>
                </a:solidFill>
                <a:latin typeface="DejaVu Sans"/>
                <a:ea typeface="DejaVu Sans"/>
                <a:cs typeface="DejaVu Sans"/>
              </a:defRPr>
            </a:lvl3pPr>
            <a:lvl4pPr algn="r">
              <a:defRPr sz="3150" b="1">
                <a:solidFill>
                  <a:srgbClr val="132D40"/>
                </a:solidFill>
                <a:latin typeface="DejaVu Sans"/>
                <a:ea typeface="DejaVu Sans"/>
                <a:cs typeface="DejaVu Sans"/>
              </a:defRPr>
            </a:lvl4pPr>
            <a:lvl5pPr algn="r">
              <a:defRPr sz="3150" b="1">
                <a:solidFill>
                  <a:srgbClr val="132D40"/>
                </a:solidFill>
                <a:latin typeface="DejaVu Sans"/>
                <a:ea typeface="DejaVu Sans"/>
                <a:cs typeface="DejaVu Sans"/>
              </a:defRPr>
            </a:lvl5pPr>
            <a:lvl6pPr algn="r">
              <a:defRPr sz="3150" b="1">
                <a:solidFill>
                  <a:srgbClr val="132D40"/>
                </a:solidFill>
                <a:latin typeface="DejaVu Sans"/>
                <a:ea typeface="DejaVu Sans"/>
                <a:cs typeface="DejaVu Sans"/>
              </a:defRPr>
            </a:lvl6pPr>
            <a:lvl7pPr algn="r">
              <a:defRPr sz="3150" b="1">
                <a:solidFill>
                  <a:srgbClr val="132D40"/>
                </a:solidFill>
                <a:latin typeface="DejaVu Sans"/>
                <a:ea typeface="DejaVu Sans"/>
                <a:cs typeface="DejaVu Sans"/>
              </a:defRPr>
            </a:lvl7pPr>
            <a:lvl8pPr algn="r">
              <a:defRPr sz="3150" b="1">
                <a:solidFill>
                  <a:srgbClr val="132D40"/>
                </a:solidFill>
                <a:latin typeface="DejaVu Sans"/>
                <a:ea typeface="DejaVu Sans"/>
                <a:cs typeface="DejaVu Sans"/>
              </a:defRPr>
            </a:lvl8pPr>
            <a:lvl9pPr algn="r">
              <a:defRPr sz="3150" b="1">
                <a:solidFill>
                  <a:srgbClr val="132D40"/>
                </a:solidFill>
                <a:latin typeface="DejaVu Sans"/>
                <a:ea typeface="DejaVu Sans"/>
                <a:cs typeface="DejaVu Sans"/>
              </a:defRPr>
            </a:lvl9pPr>
          </a:lstStyle>
          <a:p xmlns:a="http://schemas.openxmlformats.org/drawingml/2006/main">
            <a:pPr algn="r" rtl="1">
              <a:defRPr sz="3150" b="1">
                <a:solidFill>
                  <a:srgbClr val="132D40"/>
                </a:solidFill>
                <a:latin typeface="DejaVu Sans"/>
                <a:ea typeface="DejaVu Sans"/>
                <a:cs typeface="DejaVu Sans"/>
              </a:defRPr>
            </a:pPr>
            <a:r>
              <a:rPr sz="3150" b="1" lang="ar-SA">
                <a:solidFill>
                  <a:srgbClr val="132D40"/>
                </a:solidFill>
                <a:latin typeface="DejaVu Sans"/>
                <a:ea typeface="DejaVu Sans"/>
                <a:cs typeface="DejaVu Sans"/>
              </a:rPr>
              <a:t>مجموع الانسحاب</a:t>
            </a:r>
          </a:p>
          <a:p xmlns:a="http://schemas.openxmlformats.org/drawingml/2006/main">
            <a:pPr algn="r" rtl="1">
              <a:defRPr sz="3150" b="1">
                <a:solidFill>
                  <a:srgbClr val="132D40"/>
                </a:solidFill>
                <a:latin typeface="DejaVu Sans"/>
                <a:ea typeface="DejaVu Sans"/>
                <a:cs typeface="DejaVu Sans"/>
              </a:defRPr>
            </a:pPr>
            <a:r>
              <a:rPr sz="3150" b="1" lang="ar-SA">
                <a:solidFill>
                  <a:srgbClr val="132D40"/>
                </a:solidFill>
                <a:latin typeface="DejaVu Sans"/>
                <a:ea typeface="DejaVu Sans"/>
                <a:cs typeface="DejaVu Sans"/>
              </a:rPr>
              <a:t>والفشل</a:t>
            </a:r>
          </a:p>
        </p:txBody>
      </p:sp>
      <p:sp>
        <p:nvSpPr>
          <p:cNvPr id="6" name="text-5">
            <a:extLst xmlns:a="http://schemas.openxmlformats.org/drawingml/2006/main">
              <a:ext uri="{FF2B5EF4-FFF2-40B4-BE49-F238E27FC236}">
                <a16:creationId xmlns:a16="http://schemas.microsoft.com/office/drawing/2014/main" id="{D6F37CBA-DF1A-4130-BDDD-24F92AC91F06}"/>
              </a:ext>
            </a:extLst>
          </p:cNvPr>
          <p:cNvSpPr>
            <a:spLocks xmlns:a="http://schemas.openxmlformats.org/drawingml/2006/main" noGrp="1"/>
          </p:cNvSpPr>
          <p:nvPr/>
        </p:nvSpPr>
        <p:spPr>
          <a:xfrm xmlns:a="http://schemas.openxmlformats.org/drawingml/2006/main">
            <a:off x="7162800" y="3571875"/>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6000" b="1">
                <a:solidFill>
                  <a:srgbClr val="D45E50"/>
                </a:solidFill>
                <a:latin typeface="DejaVu Sans"/>
                <a:ea typeface="DejaVu Sans"/>
                <a:cs typeface="DejaVu Sans"/>
              </a:defRPr>
            </a:defPPr>
            <a:lvl1pPr algn="r">
              <a:defRPr sz="6000" b="1">
                <a:solidFill>
                  <a:srgbClr val="D45E50"/>
                </a:solidFill>
                <a:latin typeface="DejaVu Sans"/>
                <a:ea typeface="DejaVu Sans"/>
                <a:cs typeface="DejaVu Sans"/>
              </a:defRPr>
            </a:lvl1pPr>
            <a:lvl2pPr algn="r">
              <a:defRPr sz="6000" b="1">
                <a:solidFill>
                  <a:srgbClr val="D45E50"/>
                </a:solidFill>
                <a:latin typeface="DejaVu Sans"/>
                <a:ea typeface="DejaVu Sans"/>
                <a:cs typeface="DejaVu Sans"/>
              </a:defRPr>
            </a:lvl2pPr>
            <a:lvl3pPr algn="r">
              <a:defRPr sz="6000" b="1">
                <a:solidFill>
                  <a:srgbClr val="D45E50"/>
                </a:solidFill>
                <a:latin typeface="DejaVu Sans"/>
                <a:ea typeface="DejaVu Sans"/>
                <a:cs typeface="DejaVu Sans"/>
              </a:defRPr>
            </a:lvl3pPr>
            <a:lvl4pPr algn="r">
              <a:defRPr sz="6000" b="1">
                <a:solidFill>
                  <a:srgbClr val="D45E50"/>
                </a:solidFill>
                <a:latin typeface="DejaVu Sans"/>
                <a:ea typeface="DejaVu Sans"/>
                <a:cs typeface="DejaVu Sans"/>
              </a:defRPr>
            </a:lvl4pPr>
            <a:lvl5pPr algn="r">
              <a:defRPr sz="6000" b="1">
                <a:solidFill>
                  <a:srgbClr val="D45E50"/>
                </a:solidFill>
                <a:latin typeface="DejaVu Sans"/>
                <a:ea typeface="DejaVu Sans"/>
                <a:cs typeface="DejaVu Sans"/>
              </a:defRPr>
            </a:lvl5pPr>
            <a:lvl6pPr algn="r">
              <a:defRPr sz="6000" b="1">
                <a:solidFill>
                  <a:srgbClr val="D45E50"/>
                </a:solidFill>
                <a:latin typeface="DejaVu Sans"/>
                <a:ea typeface="DejaVu Sans"/>
                <a:cs typeface="DejaVu Sans"/>
              </a:defRPr>
            </a:lvl6pPr>
            <a:lvl7pPr algn="r">
              <a:defRPr sz="6000" b="1">
                <a:solidFill>
                  <a:srgbClr val="D45E50"/>
                </a:solidFill>
                <a:latin typeface="DejaVu Sans"/>
                <a:ea typeface="DejaVu Sans"/>
                <a:cs typeface="DejaVu Sans"/>
              </a:defRPr>
            </a:lvl7pPr>
            <a:lvl8pPr algn="r">
              <a:defRPr sz="6000" b="1">
                <a:solidFill>
                  <a:srgbClr val="D45E50"/>
                </a:solidFill>
                <a:latin typeface="DejaVu Sans"/>
                <a:ea typeface="DejaVu Sans"/>
                <a:cs typeface="DejaVu Sans"/>
              </a:defRPr>
            </a:lvl8pPr>
            <a:lvl9pPr algn="r">
              <a:defRPr sz="6000" b="1">
                <a:solidFill>
                  <a:srgbClr val="D45E50"/>
                </a:solidFill>
                <a:latin typeface="DejaVu Sans"/>
                <a:ea typeface="DejaVu Sans"/>
                <a:cs typeface="DejaVu Sans"/>
              </a:defRPr>
            </a:lvl9pPr>
          </a:lstStyle>
          <a:p xmlns:a="http://schemas.openxmlformats.org/drawingml/2006/main">
            <a:pPr algn="r">
              <a:defRPr sz="6000" b="1">
                <a:solidFill>
                  <a:srgbClr val="D45E50"/>
                </a:solidFill>
                <a:latin typeface="DejaVu Sans"/>
                <a:ea typeface="DejaVu Sans"/>
                <a:cs typeface="DejaVu Sans"/>
              </a:defRPr>
            </a:pPr>
            <a:r>
              <a:rPr sz="6000" b="1">
                <a:solidFill>
                  <a:srgbClr val="D45E50"/>
                </a:solidFill>
                <a:latin typeface="DejaVu Sans"/>
                <a:ea typeface="DejaVu Sans"/>
                <a:cs typeface="DejaVu Sans"/>
              </a:rPr>
              <a:t>52.80%</a:t>
            </a:r>
          </a:p>
        </p:txBody>
      </p:sp>
      <p:sp>
        <p:nvSpPr>
          <p:cNvPr id="7" name="text-6">
            <a:extLst xmlns:a="http://schemas.openxmlformats.org/drawingml/2006/main">
              <a:ext uri="{FF2B5EF4-FFF2-40B4-BE49-F238E27FC236}">
                <a16:creationId xmlns:a16="http://schemas.microsoft.com/office/drawing/2014/main" id="{8C165986-0BC8-41F5-A545-2D1697E362ED}"/>
              </a:ext>
            </a:extLst>
          </p:cNvPr>
          <p:cNvSpPr>
            <a:spLocks xmlns:a="http://schemas.openxmlformats.org/drawingml/2006/main" noGrp="1"/>
          </p:cNvSpPr>
          <p:nvPr/>
        </p:nvSpPr>
        <p:spPr>
          <a:xfrm xmlns:a="http://schemas.openxmlformats.org/drawingml/2006/main">
            <a:off x="6629400" y="4629150"/>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650" b="0">
                <a:solidFill>
                  <a:srgbClr val="526577"/>
                </a:solidFill>
                <a:latin typeface="DejaVu Sans"/>
                <a:ea typeface="DejaVu Sans"/>
                <a:cs typeface="DejaVu Sans"/>
              </a:defRPr>
            </a:defPPr>
            <a:lvl1pPr algn="r">
              <a:defRPr sz="1650" b="0">
                <a:solidFill>
                  <a:srgbClr val="526577"/>
                </a:solidFill>
                <a:latin typeface="DejaVu Sans"/>
                <a:ea typeface="DejaVu Sans"/>
                <a:cs typeface="DejaVu Sans"/>
              </a:defRPr>
            </a:lvl1pPr>
            <a:lvl2pPr algn="r">
              <a:defRPr sz="1650" b="0">
                <a:solidFill>
                  <a:srgbClr val="526577"/>
                </a:solidFill>
                <a:latin typeface="DejaVu Sans"/>
                <a:ea typeface="DejaVu Sans"/>
                <a:cs typeface="DejaVu Sans"/>
              </a:defRPr>
            </a:lvl2pPr>
            <a:lvl3pPr algn="r">
              <a:defRPr sz="1650" b="0">
                <a:solidFill>
                  <a:srgbClr val="526577"/>
                </a:solidFill>
                <a:latin typeface="DejaVu Sans"/>
                <a:ea typeface="DejaVu Sans"/>
                <a:cs typeface="DejaVu Sans"/>
              </a:defRPr>
            </a:lvl3pPr>
            <a:lvl4pPr algn="r">
              <a:defRPr sz="1650" b="0">
                <a:solidFill>
                  <a:srgbClr val="526577"/>
                </a:solidFill>
                <a:latin typeface="DejaVu Sans"/>
                <a:ea typeface="DejaVu Sans"/>
                <a:cs typeface="DejaVu Sans"/>
              </a:defRPr>
            </a:lvl4pPr>
            <a:lvl5pPr algn="r">
              <a:defRPr sz="1650" b="0">
                <a:solidFill>
                  <a:srgbClr val="526577"/>
                </a:solidFill>
                <a:latin typeface="DejaVu Sans"/>
                <a:ea typeface="DejaVu Sans"/>
                <a:cs typeface="DejaVu Sans"/>
              </a:defRPr>
            </a:lvl5pPr>
            <a:lvl6pPr algn="r">
              <a:defRPr sz="1650" b="0">
                <a:solidFill>
                  <a:srgbClr val="526577"/>
                </a:solidFill>
                <a:latin typeface="DejaVu Sans"/>
                <a:ea typeface="DejaVu Sans"/>
                <a:cs typeface="DejaVu Sans"/>
              </a:defRPr>
            </a:lvl6pPr>
            <a:lvl7pPr algn="r">
              <a:defRPr sz="1650" b="0">
                <a:solidFill>
                  <a:srgbClr val="526577"/>
                </a:solidFill>
                <a:latin typeface="DejaVu Sans"/>
                <a:ea typeface="DejaVu Sans"/>
                <a:cs typeface="DejaVu Sans"/>
              </a:defRPr>
            </a:lvl7pPr>
            <a:lvl8pPr algn="r">
              <a:defRPr sz="1650" b="0">
                <a:solidFill>
                  <a:srgbClr val="526577"/>
                </a:solidFill>
                <a:latin typeface="DejaVu Sans"/>
                <a:ea typeface="DejaVu Sans"/>
                <a:cs typeface="DejaVu Sans"/>
              </a:defRPr>
            </a:lvl8pPr>
            <a:lvl9pPr algn="r">
              <a:defRPr sz="1650" b="0">
                <a:solidFill>
                  <a:srgbClr val="526577"/>
                </a:solidFill>
                <a:latin typeface="DejaVu Sans"/>
                <a:ea typeface="DejaVu Sans"/>
                <a:cs typeface="DejaVu Sans"/>
              </a:defRPr>
            </a:lvl9pPr>
          </a:lstStyle>
          <a:p xmlns:a="http://schemas.openxmlformats.org/drawingml/2006/main">
            <a:pPr algn="r" rtl="1">
              <a:defRPr sz="1650" b="0">
                <a:solidFill>
                  <a:srgbClr val="526577"/>
                </a:solidFill>
                <a:latin typeface="DejaVu Sans"/>
                <a:ea typeface="DejaVu Sans"/>
                <a:cs typeface="DejaVu Sans"/>
              </a:defRPr>
            </a:pPr>
            <a:r>
              <a:rPr sz="1650" b="0" lang="ar-SA">
                <a:solidFill>
                  <a:srgbClr val="526577"/>
                </a:solidFill>
                <a:latin typeface="DejaVu Sans"/>
                <a:ea typeface="DejaVu Sans"/>
                <a:cs typeface="DejaVu Sans"/>
              </a:rPr>
              <a:t>خط الأساس التاريخي للمشروع</a:t>
            </a:r>
          </a:p>
        </p:txBody>
      </p:sp>
      <p:sp>
        <p:nvSpPr>
          <p:cNvPr id="8" name="text-7">
            <a:extLst xmlns:a="http://schemas.openxmlformats.org/drawingml/2006/main">
              <a:ext uri="{FF2B5EF4-FFF2-40B4-BE49-F238E27FC236}">
                <a16:creationId xmlns:a16="http://schemas.microsoft.com/office/drawing/2014/main" id="{12FDA5DA-6332-481C-9056-3B23AE614C5A}"/>
              </a:ext>
            </a:extLst>
          </p:cNvPr>
          <p:cNvSpPr>
            <a:spLocks xmlns:a="http://schemas.openxmlformats.org/drawingml/2006/main" noGrp="1"/>
          </p:cNvSpPr>
          <p:nvPr/>
        </p:nvSpPr>
        <p:spPr>
          <a:xfrm xmlns:a="http://schemas.openxmlformats.org/drawingml/2006/main">
            <a:off x="857250" y="1809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875" b="1">
                <a:solidFill>
                  <a:srgbClr val="177E82"/>
                </a:solidFill>
                <a:latin typeface="DejaVu Sans"/>
                <a:ea typeface="DejaVu Sans"/>
                <a:cs typeface="DejaVu Sans"/>
              </a:defRPr>
            </a:defPPr>
            <a:lvl1pPr algn="r">
              <a:defRPr sz="1875" b="1">
                <a:solidFill>
                  <a:srgbClr val="177E82"/>
                </a:solidFill>
                <a:latin typeface="DejaVu Sans"/>
                <a:ea typeface="DejaVu Sans"/>
                <a:cs typeface="DejaVu Sans"/>
              </a:defRPr>
            </a:lvl1pPr>
            <a:lvl2pPr algn="r">
              <a:defRPr sz="1875" b="1">
                <a:solidFill>
                  <a:srgbClr val="177E82"/>
                </a:solidFill>
                <a:latin typeface="DejaVu Sans"/>
                <a:ea typeface="DejaVu Sans"/>
                <a:cs typeface="DejaVu Sans"/>
              </a:defRPr>
            </a:lvl2pPr>
            <a:lvl3pPr algn="r">
              <a:defRPr sz="1875" b="1">
                <a:solidFill>
                  <a:srgbClr val="177E82"/>
                </a:solidFill>
                <a:latin typeface="DejaVu Sans"/>
                <a:ea typeface="DejaVu Sans"/>
                <a:cs typeface="DejaVu Sans"/>
              </a:defRPr>
            </a:lvl3pPr>
            <a:lvl4pPr algn="r">
              <a:defRPr sz="1875" b="1">
                <a:solidFill>
                  <a:srgbClr val="177E82"/>
                </a:solidFill>
                <a:latin typeface="DejaVu Sans"/>
                <a:ea typeface="DejaVu Sans"/>
                <a:cs typeface="DejaVu Sans"/>
              </a:defRPr>
            </a:lvl4pPr>
            <a:lvl5pPr algn="r">
              <a:defRPr sz="1875" b="1">
                <a:solidFill>
                  <a:srgbClr val="177E82"/>
                </a:solidFill>
                <a:latin typeface="DejaVu Sans"/>
                <a:ea typeface="DejaVu Sans"/>
                <a:cs typeface="DejaVu Sans"/>
              </a:defRPr>
            </a:lvl5pPr>
            <a:lvl6pPr algn="r">
              <a:defRPr sz="1875" b="1">
                <a:solidFill>
                  <a:srgbClr val="177E82"/>
                </a:solidFill>
                <a:latin typeface="DejaVu Sans"/>
                <a:ea typeface="DejaVu Sans"/>
                <a:cs typeface="DejaVu Sans"/>
              </a:defRPr>
            </a:lvl6pPr>
            <a:lvl7pPr algn="r">
              <a:defRPr sz="1875" b="1">
                <a:solidFill>
                  <a:srgbClr val="177E82"/>
                </a:solidFill>
                <a:latin typeface="DejaVu Sans"/>
                <a:ea typeface="DejaVu Sans"/>
                <a:cs typeface="DejaVu Sans"/>
              </a:defRPr>
            </a:lvl7pPr>
            <a:lvl8pPr algn="r">
              <a:defRPr sz="1875" b="1">
                <a:solidFill>
                  <a:srgbClr val="177E82"/>
                </a:solidFill>
                <a:latin typeface="DejaVu Sans"/>
                <a:ea typeface="DejaVu Sans"/>
                <a:cs typeface="DejaVu Sans"/>
              </a:defRPr>
            </a:lvl8pPr>
            <a:lvl9pPr algn="r">
              <a:defRPr sz="1875" b="1">
                <a:solidFill>
                  <a:srgbClr val="177E82"/>
                </a:solidFill>
                <a:latin typeface="DejaVu Sans"/>
                <a:ea typeface="DejaVu Sans"/>
                <a:cs typeface="DejaVu Sans"/>
              </a:defRPr>
            </a:lvl9pPr>
          </a:lstStyle>
          <a:p xmlns:a="http://schemas.openxmlformats.org/drawingml/2006/main">
            <a:pPr algn="r" rtl="1">
              <a:defRPr sz="1875" b="1">
                <a:solidFill>
                  <a:srgbClr val="177E82"/>
                </a:solidFill>
                <a:latin typeface="DejaVu Sans"/>
                <a:ea typeface="DejaVu Sans"/>
                <a:cs typeface="DejaVu Sans"/>
              </a:defRPr>
            </a:pPr>
            <a:r>
              <a:rPr sz="1875" b="1" lang="ar-SA">
                <a:solidFill>
                  <a:srgbClr val="177E82"/>
                </a:solidFill>
                <a:latin typeface="DejaVu Sans"/>
                <a:ea typeface="DejaVu Sans"/>
                <a:cs typeface="DejaVu Sans"/>
              </a:rPr>
              <a:t>قرارات التجربة</a:t>
            </a:r>
          </a:p>
        </p:txBody>
      </p:sp>
      <p:sp>
        <p:nvSpPr>
          <p:cNvPr id="9" name="text-8">
            <a:extLst xmlns:a="http://schemas.openxmlformats.org/drawingml/2006/main">
              <a:ext uri="{FF2B5EF4-FFF2-40B4-BE49-F238E27FC236}">
                <a16:creationId xmlns:a16="http://schemas.microsoft.com/office/drawing/2014/main" id="{88A2F235-CE3A-4099-A801-86A8CC0CD082}"/>
              </a:ext>
            </a:extLst>
          </p:cNvPr>
          <p:cNvSpPr>
            <a:spLocks xmlns:a="http://schemas.openxmlformats.org/drawingml/2006/main" noGrp="1"/>
          </p:cNvSpPr>
          <p:nvPr/>
        </p:nvSpPr>
        <p:spPr>
          <a:xfrm xmlns:a="http://schemas.openxmlformats.org/drawingml/2006/main">
            <a:off x="666750" y="236220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875" b="0">
                <a:solidFill>
                  <a:srgbClr val="132D40"/>
                </a:solidFill>
                <a:latin typeface="DejaVu Sans"/>
                <a:ea typeface="DejaVu Sans"/>
                <a:cs typeface="DejaVu Sans"/>
              </a:defRPr>
            </a:defPPr>
            <a:lvl1pPr algn="r">
              <a:defRPr sz="1875" b="0">
                <a:solidFill>
                  <a:srgbClr val="132D40"/>
                </a:solidFill>
                <a:latin typeface="DejaVu Sans"/>
                <a:ea typeface="DejaVu Sans"/>
                <a:cs typeface="DejaVu Sans"/>
              </a:defRPr>
            </a:lvl1pPr>
            <a:lvl2pPr algn="r">
              <a:defRPr sz="1875" b="0">
                <a:solidFill>
                  <a:srgbClr val="132D40"/>
                </a:solidFill>
                <a:latin typeface="DejaVu Sans"/>
                <a:ea typeface="DejaVu Sans"/>
                <a:cs typeface="DejaVu Sans"/>
              </a:defRPr>
            </a:lvl2pPr>
            <a:lvl3pPr algn="r">
              <a:defRPr sz="1875" b="0">
                <a:solidFill>
                  <a:srgbClr val="132D40"/>
                </a:solidFill>
                <a:latin typeface="DejaVu Sans"/>
                <a:ea typeface="DejaVu Sans"/>
                <a:cs typeface="DejaVu Sans"/>
              </a:defRPr>
            </a:lvl3pPr>
            <a:lvl4pPr algn="r">
              <a:defRPr sz="1875" b="0">
                <a:solidFill>
                  <a:srgbClr val="132D40"/>
                </a:solidFill>
                <a:latin typeface="DejaVu Sans"/>
                <a:ea typeface="DejaVu Sans"/>
                <a:cs typeface="DejaVu Sans"/>
              </a:defRPr>
            </a:lvl4pPr>
            <a:lvl5pPr algn="r">
              <a:defRPr sz="1875" b="0">
                <a:solidFill>
                  <a:srgbClr val="132D40"/>
                </a:solidFill>
                <a:latin typeface="DejaVu Sans"/>
                <a:ea typeface="DejaVu Sans"/>
                <a:cs typeface="DejaVu Sans"/>
              </a:defRPr>
            </a:lvl5pPr>
            <a:lvl6pPr algn="r">
              <a:defRPr sz="1875" b="0">
                <a:solidFill>
                  <a:srgbClr val="132D40"/>
                </a:solidFill>
                <a:latin typeface="DejaVu Sans"/>
                <a:ea typeface="DejaVu Sans"/>
                <a:cs typeface="DejaVu Sans"/>
              </a:defRPr>
            </a:lvl6pPr>
            <a:lvl7pPr algn="r">
              <a:defRPr sz="1875" b="0">
                <a:solidFill>
                  <a:srgbClr val="132D40"/>
                </a:solidFill>
                <a:latin typeface="DejaVu Sans"/>
                <a:ea typeface="DejaVu Sans"/>
                <a:cs typeface="DejaVu Sans"/>
              </a:defRPr>
            </a:lvl7pPr>
            <a:lvl8pPr algn="r">
              <a:defRPr sz="1875" b="0">
                <a:solidFill>
                  <a:srgbClr val="132D40"/>
                </a:solidFill>
                <a:latin typeface="DejaVu Sans"/>
                <a:ea typeface="DejaVu Sans"/>
                <a:cs typeface="DejaVu Sans"/>
              </a:defRPr>
            </a:lvl8pPr>
            <a:lvl9pPr algn="r">
              <a:defRPr sz="1875" b="0">
                <a:solidFill>
                  <a:srgbClr val="132D40"/>
                </a:solidFill>
                <a:latin typeface="DejaVu Sans"/>
                <a:ea typeface="DejaVu Sans"/>
                <a:cs typeface="DejaVu Sans"/>
              </a:defRPr>
            </a:lvl9pPr>
          </a:lstStyle>
          <a:p xmlns:a="http://schemas.openxmlformats.org/drawingml/2006/main">
            <a:pPr algn="r" rtl="1">
              <a:defRPr sz="1875" b="0">
                <a:solidFill>
                  <a:srgbClr val="132D40"/>
                </a:solidFill>
                <a:latin typeface="DejaVu Sans"/>
                <a:ea typeface="DejaVu Sans"/>
                <a:cs typeface="DejaVu Sans"/>
              </a:defRPr>
            </a:pPr>
            <a:r>
              <a:rPr sz="1875" b="0" lang="ar-SA">
                <a:solidFill>
                  <a:srgbClr val="132D40"/>
                </a:solidFill>
                <a:latin typeface="DejaVu Sans"/>
                <a:ea typeface="DejaVu Sans"/>
                <a:cs typeface="DejaVu Sans"/>
              </a:rPr>
              <a:t>تحديد مقررات التجربة والمسؤولين عن الدعم</a:t>
            </a:r>
          </a:p>
        </p:txBody>
      </p:sp>
      <p:sp>
        <p:nvSpPr>
          <p:cNvPr id="10" name="text-9">
            <a:extLst xmlns:a="http://schemas.openxmlformats.org/drawingml/2006/main">
              <a:ext uri="{FF2B5EF4-FFF2-40B4-BE49-F238E27FC236}">
                <a16:creationId xmlns:a16="http://schemas.microsoft.com/office/drawing/2014/main" id="{F61C2D7D-64A3-4950-9901-D8AC8264CA26}"/>
              </a:ext>
            </a:extLst>
          </p:cNvPr>
          <p:cNvSpPr>
            <a:spLocks xmlns:a="http://schemas.openxmlformats.org/drawingml/2006/main" noGrp="1"/>
          </p:cNvSpPr>
          <p:nvPr/>
        </p:nvSpPr>
        <p:spPr>
          <a:xfrm xmlns:a="http://schemas.openxmlformats.org/drawingml/2006/main">
            <a:off x="666750" y="318135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875" b="0">
                <a:solidFill>
                  <a:srgbClr val="132D40"/>
                </a:solidFill>
                <a:latin typeface="DejaVu Sans"/>
                <a:ea typeface="DejaVu Sans"/>
                <a:cs typeface="DejaVu Sans"/>
              </a:defRPr>
            </a:defPPr>
            <a:lvl1pPr algn="r">
              <a:defRPr sz="1875" b="0">
                <a:solidFill>
                  <a:srgbClr val="132D40"/>
                </a:solidFill>
                <a:latin typeface="DejaVu Sans"/>
                <a:ea typeface="DejaVu Sans"/>
                <a:cs typeface="DejaVu Sans"/>
              </a:defRPr>
            </a:lvl1pPr>
            <a:lvl2pPr algn="r">
              <a:defRPr sz="1875" b="0">
                <a:solidFill>
                  <a:srgbClr val="132D40"/>
                </a:solidFill>
                <a:latin typeface="DejaVu Sans"/>
                <a:ea typeface="DejaVu Sans"/>
                <a:cs typeface="DejaVu Sans"/>
              </a:defRPr>
            </a:lvl2pPr>
            <a:lvl3pPr algn="r">
              <a:defRPr sz="1875" b="0">
                <a:solidFill>
                  <a:srgbClr val="132D40"/>
                </a:solidFill>
                <a:latin typeface="DejaVu Sans"/>
                <a:ea typeface="DejaVu Sans"/>
                <a:cs typeface="DejaVu Sans"/>
              </a:defRPr>
            </a:lvl3pPr>
            <a:lvl4pPr algn="r">
              <a:defRPr sz="1875" b="0">
                <a:solidFill>
                  <a:srgbClr val="132D40"/>
                </a:solidFill>
                <a:latin typeface="DejaVu Sans"/>
                <a:ea typeface="DejaVu Sans"/>
                <a:cs typeface="DejaVu Sans"/>
              </a:defRPr>
            </a:lvl4pPr>
            <a:lvl5pPr algn="r">
              <a:defRPr sz="1875" b="0">
                <a:solidFill>
                  <a:srgbClr val="132D40"/>
                </a:solidFill>
                <a:latin typeface="DejaVu Sans"/>
                <a:ea typeface="DejaVu Sans"/>
                <a:cs typeface="DejaVu Sans"/>
              </a:defRPr>
            </a:lvl5pPr>
            <a:lvl6pPr algn="r">
              <a:defRPr sz="1875" b="0">
                <a:solidFill>
                  <a:srgbClr val="132D40"/>
                </a:solidFill>
                <a:latin typeface="DejaVu Sans"/>
                <a:ea typeface="DejaVu Sans"/>
                <a:cs typeface="DejaVu Sans"/>
              </a:defRPr>
            </a:lvl6pPr>
            <a:lvl7pPr algn="r">
              <a:defRPr sz="1875" b="0">
                <a:solidFill>
                  <a:srgbClr val="132D40"/>
                </a:solidFill>
                <a:latin typeface="DejaVu Sans"/>
                <a:ea typeface="DejaVu Sans"/>
                <a:cs typeface="DejaVu Sans"/>
              </a:defRPr>
            </a:lvl7pPr>
            <a:lvl8pPr algn="r">
              <a:defRPr sz="1875" b="0">
                <a:solidFill>
                  <a:srgbClr val="132D40"/>
                </a:solidFill>
                <a:latin typeface="DejaVu Sans"/>
                <a:ea typeface="DejaVu Sans"/>
                <a:cs typeface="DejaVu Sans"/>
              </a:defRPr>
            </a:lvl8pPr>
            <a:lvl9pPr algn="r">
              <a:defRPr sz="1875" b="0">
                <a:solidFill>
                  <a:srgbClr val="132D40"/>
                </a:solidFill>
                <a:latin typeface="DejaVu Sans"/>
                <a:ea typeface="DejaVu Sans"/>
                <a:cs typeface="DejaVu Sans"/>
              </a:defRPr>
            </a:lvl9pPr>
          </a:lstStyle>
          <a:p xmlns:a="http://schemas.openxmlformats.org/drawingml/2006/main">
            <a:pPr algn="r" rtl="1">
              <a:defRPr sz="1875" b="0">
                <a:solidFill>
                  <a:srgbClr val="132D40"/>
                </a:solidFill>
                <a:latin typeface="DejaVu Sans"/>
                <a:ea typeface="DejaVu Sans"/>
                <a:cs typeface="DejaVu Sans"/>
              </a:defRPr>
            </a:pPr>
            <a:r>
              <a:rPr sz="1875" b="0" lang="ar-SA">
                <a:solidFill>
                  <a:srgbClr val="132D40"/>
                </a:solidFill>
                <a:latin typeface="DejaVu Sans"/>
                <a:ea typeface="DejaVu Sans"/>
                <a:cs typeface="DejaVu Sans"/>
              </a:rPr>
              <a:t>تأكيد الموارد ومعايير استحقاق الدعم</a:t>
            </a:r>
          </a:p>
        </p:txBody>
      </p:sp>
      <p:sp>
        <p:nvSpPr>
          <p:cNvPr id="11" name="text-10">
            <a:extLst xmlns:a="http://schemas.openxmlformats.org/drawingml/2006/main">
              <a:ext uri="{FF2B5EF4-FFF2-40B4-BE49-F238E27FC236}">
                <a16:creationId xmlns:a16="http://schemas.microsoft.com/office/drawing/2014/main" id="{9D8D2BEA-3A6F-49D5-8FE8-AD7867B1D5EA}"/>
              </a:ext>
            </a:extLst>
          </p:cNvPr>
          <p:cNvSpPr>
            <a:spLocks xmlns:a="http://schemas.openxmlformats.org/drawingml/2006/main" noGrp="1"/>
          </p:cNvSpPr>
          <p:nvPr/>
        </p:nvSpPr>
        <p:spPr>
          <a:xfrm xmlns:a="http://schemas.openxmlformats.org/drawingml/2006/main">
            <a:off x="666750" y="400050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875" b="0">
                <a:solidFill>
                  <a:srgbClr val="132D40"/>
                </a:solidFill>
                <a:latin typeface="DejaVu Sans"/>
                <a:ea typeface="DejaVu Sans"/>
                <a:cs typeface="DejaVu Sans"/>
              </a:defRPr>
            </a:defPPr>
            <a:lvl1pPr algn="r">
              <a:defRPr sz="1875" b="0">
                <a:solidFill>
                  <a:srgbClr val="132D40"/>
                </a:solidFill>
                <a:latin typeface="DejaVu Sans"/>
                <a:ea typeface="DejaVu Sans"/>
                <a:cs typeface="DejaVu Sans"/>
              </a:defRPr>
            </a:lvl1pPr>
            <a:lvl2pPr algn="r">
              <a:defRPr sz="1875" b="0">
                <a:solidFill>
                  <a:srgbClr val="132D40"/>
                </a:solidFill>
                <a:latin typeface="DejaVu Sans"/>
                <a:ea typeface="DejaVu Sans"/>
                <a:cs typeface="DejaVu Sans"/>
              </a:defRPr>
            </a:lvl2pPr>
            <a:lvl3pPr algn="r">
              <a:defRPr sz="1875" b="0">
                <a:solidFill>
                  <a:srgbClr val="132D40"/>
                </a:solidFill>
                <a:latin typeface="DejaVu Sans"/>
                <a:ea typeface="DejaVu Sans"/>
                <a:cs typeface="DejaVu Sans"/>
              </a:defRPr>
            </a:lvl3pPr>
            <a:lvl4pPr algn="r">
              <a:defRPr sz="1875" b="0">
                <a:solidFill>
                  <a:srgbClr val="132D40"/>
                </a:solidFill>
                <a:latin typeface="DejaVu Sans"/>
                <a:ea typeface="DejaVu Sans"/>
                <a:cs typeface="DejaVu Sans"/>
              </a:defRPr>
            </a:lvl4pPr>
            <a:lvl5pPr algn="r">
              <a:defRPr sz="1875" b="0">
                <a:solidFill>
                  <a:srgbClr val="132D40"/>
                </a:solidFill>
                <a:latin typeface="DejaVu Sans"/>
                <a:ea typeface="DejaVu Sans"/>
                <a:cs typeface="DejaVu Sans"/>
              </a:defRPr>
            </a:lvl5pPr>
            <a:lvl6pPr algn="r">
              <a:defRPr sz="1875" b="0">
                <a:solidFill>
                  <a:srgbClr val="132D40"/>
                </a:solidFill>
                <a:latin typeface="DejaVu Sans"/>
                <a:ea typeface="DejaVu Sans"/>
                <a:cs typeface="DejaVu Sans"/>
              </a:defRPr>
            </a:lvl6pPr>
            <a:lvl7pPr algn="r">
              <a:defRPr sz="1875" b="0">
                <a:solidFill>
                  <a:srgbClr val="132D40"/>
                </a:solidFill>
                <a:latin typeface="DejaVu Sans"/>
                <a:ea typeface="DejaVu Sans"/>
                <a:cs typeface="DejaVu Sans"/>
              </a:defRPr>
            </a:lvl7pPr>
            <a:lvl8pPr algn="r">
              <a:defRPr sz="1875" b="0">
                <a:solidFill>
                  <a:srgbClr val="132D40"/>
                </a:solidFill>
                <a:latin typeface="DejaVu Sans"/>
                <a:ea typeface="DejaVu Sans"/>
                <a:cs typeface="DejaVu Sans"/>
              </a:defRPr>
            </a:lvl8pPr>
            <a:lvl9pPr algn="r">
              <a:defRPr sz="1875" b="0">
                <a:solidFill>
                  <a:srgbClr val="132D40"/>
                </a:solidFill>
                <a:latin typeface="DejaVu Sans"/>
                <a:ea typeface="DejaVu Sans"/>
                <a:cs typeface="DejaVu Sans"/>
              </a:defRPr>
            </a:lvl9pPr>
          </a:lstStyle>
          <a:p xmlns:a="http://schemas.openxmlformats.org/drawingml/2006/main">
            <a:pPr algn="r" rtl="1">
              <a:defRPr sz="1875" b="0">
                <a:solidFill>
                  <a:srgbClr val="132D40"/>
                </a:solidFill>
                <a:latin typeface="DejaVu Sans"/>
                <a:ea typeface="DejaVu Sans"/>
                <a:cs typeface="DejaVu Sans"/>
              </a:defRPr>
            </a:pPr>
            <a:r>
              <a:rPr sz="1875" b="0" lang="ar-SA">
                <a:solidFill>
                  <a:srgbClr val="132D40"/>
                </a:solidFill>
                <a:latin typeface="DejaVu Sans"/>
                <a:ea typeface="DejaVu Sans"/>
                <a:cs typeface="DejaVu Sans"/>
              </a:rPr>
              <a:t>متابعة الاستكمال والاستمرار والنجاح</a:t>
            </a:r>
          </a:p>
        </p:txBody>
      </p:sp>
      <p:sp>
        <p:nvSpPr>
          <p:cNvPr id="12" name="text-11">
            <a:extLst xmlns:a="http://schemas.openxmlformats.org/drawingml/2006/main">
              <a:ext uri="{FF2B5EF4-FFF2-40B4-BE49-F238E27FC236}">
                <a16:creationId xmlns:a16="http://schemas.microsoft.com/office/drawing/2014/main" id="{E1F2CAE8-7319-4415-BB57-D94F3C96643A}"/>
              </a:ext>
            </a:extLst>
          </p:cNvPr>
          <p:cNvSpPr>
            <a:spLocks xmlns:a="http://schemas.openxmlformats.org/drawingml/2006/main" noGrp="1"/>
          </p:cNvSpPr>
          <p:nvPr/>
        </p:nvSpPr>
        <p:spPr>
          <a:xfrm xmlns:a="http://schemas.openxmlformats.org/drawingml/2006/main">
            <a:off x="666750" y="481965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875" b="0">
                <a:solidFill>
                  <a:srgbClr val="132D40"/>
                </a:solidFill>
                <a:latin typeface="DejaVu Sans"/>
                <a:ea typeface="DejaVu Sans"/>
                <a:cs typeface="DejaVu Sans"/>
              </a:defRPr>
            </a:defPPr>
            <a:lvl1pPr algn="r">
              <a:defRPr sz="1875" b="0">
                <a:solidFill>
                  <a:srgbClr val="132D40"/>
                </a:solidFill>
                <a:latin typeface="DejaVu Sans"/>
                <a:ea typeface="DejaVu Sans"/>
                <a:cs typeface="DejaVu Sans"/>
              </a:defRPr>
            </a:lvl1pPr>
            <a:lvl2pPr algn="r">
              <a:defRPr sz="1875" b="0">
                <a:solidFill>
                  <a:srgbClr val="132D40"/>
                </a:solidFill>
                <a:latin typeface="DejaVu Sans"/>
                <a:ea typeface="DejaVu Sans"/>
                <a:cs typeface="DejaVu Sans"/>
              </a:defRPr>
            </a:lvl2pPr>
            <a:lvl3pPr algn="r">
              <a:defRPr sz="1875" b="0">
                <a:solidFill>
                  <a:srgbClr val="132D40"/>
                </a:solidFill>
                <a:latin typeface="DejaVu Sans"/>
                <a:ea typeface="DejaVu Sans"/>
                <a:cs typeface="DejaVu Sans"/>
              </a:defRPr>
            </a:lvl3pPr>
            <a:lvl4pPr algn="r">
              <a:defRPr sz="1875" b="0">
                <a:solidFill>
                  <a:srgbClr val="132D40"/>
                </a:solidFill>
                <a:latin typeface="DejaVu Sans"/>
                <a:ea typeface="DejaVu Sans"/>
                <a:cs typeface="DejaVu Sans"/>
              </a:defRPr>
            </a:lvl4pPr>
            <a:lvl5pPr algn="r">
              <a:defRPr sz="1875" b="0">
                <a:solidFill>
                  <a:srgbClr val="132D40"/>
                </a:solidFill>
                <a:latin typeface="DejaVu Sans"/>
                <a:ea typeface="DejaVu Sans"/>
                <a:cs typeface="DejaVu Sans"/>
              </a:defRPr>
            </a:lvl5pPr>
            <a:lvl6pPr algn="r">
              <a:defRPr sz="1875" b="0">
                <a:solidFill>
                  <a:srgbClr val="132D40"/>
                </a:solidFill>
                <a:latin typeface="DejaVu Sans"/>
                <a:ea typeface="DejaVu Sans"/>
                <a:cs typeface="DejaVu Sans"/>
              </a:defRPr>
            </a:lvl6pPr>
            <a:lvl7pPr algn="r">
              <a:defRPr sz="1875" b="0">
                <a:solidFill>
                  <a:srgbClr val="132D40"/>
                </a:solidFill>
                <a:latin typeface="DejaVu Sans"/>
                <a:ea typeface="DejaVu Sans"/>
                <a:cs typeface="DejaVu Sans"/>
              </a:defRPr>
            </a:lvl7pPr>
            <a:lvl8pPr algn="r">
              <a:defRPr sz="1875" b="0">
                <a:solidFill>
                  <a:srgbClr val="132D40"/>
                </a:solidFill>
                <a:latin typeface="DejaVu Sans"/>
                <a:ea typeface="DejaVu Sans"/>
                <a:cs typeface="DejaVu Sans"/>
              </a:defRPr>
            </a:lvl8pPr>
            <a:lvl9pPr algn="r">
              <a:defRPr sz="1875" b="0">
                <a:solidFill>
                  <a:srgbClr val="132D40"/>
                </a:solidFill>
                <a:latin typeface="DejaVu Sans"/>
                <a:ea typeface="DejaVu Sans"/>
                <a:cs typeface="DejaVu Sans"/>
              </a:defRPr>
            </a:lvl9pPr>
          </a:lstStyle>
          <a:p xmlns:a="http://schemas.openxmlformats.org/drawingml/2006/main">
            <a:pPr algn="r" rtl="1">
              <a:defRPr sz="1875" b="0">
                <a:solidFill>
                  <a:srgbClr val="132D40"/>
                </a:solidFill>
                <a:latin typeface="DejaVu Sans"/>
                <a:ea typeface="DejaVu Sans"/>
                <a:cs typeface="DejaVu Sans"/>
              </a:defRPr>
            </a:pPr>
            <a:r>
              <a:rPr sz="1875" b="0" lang="ar-SA">
                <a:solidFill>
                  <a:srgbClr val="132D40"/>
                </a:solidFill>
                <a:latin typeface="DejaVu Sans"/>
                <a:ea typeface="DejaVu Sans"/>
                <a:cs typeface="DejaVu Sans"/>
              </a:rPr>
              <a:t>مقارنة مجموعات مماثلة داخل المقرر والتقديم نفسيهما قبل التوسع</a:t>
            </a:r>
          </a:p>
        </p:txBody>
      </p:sp>
      <p:sp>
        <p:nvSpPr>
          <p:cNvPr id="13" name="text-12">
            <a:extLst xmlns:a="http://schemas.openxmlformats.org/drawingml/2006/main">
              <a:ext uri="{FF2B5EF4-FFF2-40B4-BE49-F238E27FC236}">
                <a16:creationId xmlns:a16="http://schemas.microsoft.com/office/drawing/2014/main" id="{8BAEB5AF-EEBD-44C6-B1E0-24292B7825BE}"/>
              </a:ext>
            </a:extLst>
          </p:cNvPr>
          <p:cNvSpPr>
            <a:spLocks xmlns:a="http://schemas.openxmlformats.org/drawingml/2006/main" noGrp="1"/>
          </p:cNvSpPr>
          <p:nvPr/>
        </p:nvSpPr>
        <p:spPr>
          <a:xfrm xmlns:a="http://schemas.openxmlformats.org/drawingml/2006/main">
            <a:off x="590550" y="59055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توجّه النتائج الوصفية تصميم التجربة، لكنها لا تثبت السببية أو تقدم نموذج إنذار مبكر معتمدًا.</a:t>
            </a:r>
          </a:p>
        </p:txBody>
      </p:sp>
    </p:spTree>
    <p:extLst>
      <p:ext uri="{BB962C8B-B14F-4D97-AF65-F5344CB8AC3E}">
        <p14:creationId xmlns:p14="http://schemas.microsoft.com/office/powerpoint/2010/main" val="133409064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1B3823C-C7E4-468C-B5D6-86FB727A7B9A}"/>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ملحق الحرمان والنتائج حسب المنطقة</a:t>
            </a:r>
          </a:p>
        </p:txBody>
      </p:sp>
      <p:sp>
        <p:nvSpPr>
          <p:cNvPr id="2" name="text-1">
            <a:extLst xmlns:a="http://schemas.openxmlformats.org/drawingml/2006/main">
              <a:ext uri="{FF2B5EF4-FFF2-40B4-BE49-F238E27FC236}">
                <a16:creationId xmlns:a16="http://schemas.microsoft.com/office/drawing/2014/main" id="{9CD9CC48-CF47-4994-996C-A875119D0FCA}"/>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الرسم الأصلي من دفتر التحليل للمقارنات الإقليمية</a:t>
            </a:r>
          </a:p>
        </p:txBody>
      </p:sp>
      <p:sp>
        <p:nvSpPr>
          <p:cNvPr id="3" name="text-2">
            <a:extLst xmlns:a="http://schemas.openxmlformats.org/drawingml/2006/main">
              <a:ext uri="{FF2B5EF4-FFF2-40B4-BE49-F238E27FC236}">
                <a16:creationId xmlns:a16="http://schemas.microsoft.com/office/drawing/2014/main" id="{FCB009A9-6625-4F2F-BB65-44C685FCA1DB}"/>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18</a:t>
            </a:r>
          </a:p>
        </p:txBody>
      </p:sp>
      <p:pic>
        <p:nvPicPr>
          <p:cNvPr id="4" name="">
            <a:extLst xmlns:a="http://schemas.openxmlformats.org/drawingml/2006/main">
              <a:ext uri="{FF2B5EF4-FFF2-40B4-BE49-F238E27FC236}">
                <a16:creationId xmlns:a16="http://schemas.microsoft.com/office/drawing/2014/main" id="{0455251D-14C2-4834-80A6-75BD79659D08}"/>
              </a:ext>
            </a:extLst>
          </p:cNvPr>
          <p:cNvPicPr>
            <a:picLocks xmlns:a="http://schemas.openxmlformats.org/drawingml/2006/main" noChangeAspect="1"/>
          </p:cNvPicPr>
          <p:nvPr/>
        </p:nvPicPr>
        <p:blipFill>
          <a:blip xmlns:r="http://schemas.openxmlformats.org/officeDocument/2006/relationships" xmlns:a="http://schemas.openxmlformats.org/drawingml/2006/main" r:embed="R40a1bd8502b14c5e"/>
          <a:stretch xmlns:a="http://schemas.openxmlformats.org/drawingml/2006/main"/>
        </p:blipFill>
        <p:spPr>
          <a:xfrm xmlns:a="http://schemas.openxmlformats.org/drawingml/2006/main">
            <a:off x="381000" y="1658257"/>
            <a:ext cx="11430000" cy="4227286"/>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ED3247ED-B604-4A11-B7C2-88C275E5CC91}"/>
              </a:ext>
            </a:extLst>
          </p:cNvPr>
          <p:cNvSpPr>
            <a:spLocks xmlns:a="http://schemas.openxmlformats.org/drawingml/2006/main" noGrp="1"/>
          </p:cNvSpPr>
          <p:nvPr/>
        </p:nvSpPr>
        <p:spPr>
          <a:xfrm xmlns:a="http://schemas.openxmlformats.org/drawingml/2006/main">
            <a:off x="533400" y="6057900"/>
            <a:ext cx="1114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350" b="0">
                <a:solidFill>
                  <a:srgbClr val="526577"/>
                </a:solidFill>
                <a:latin typeface="DejaVu Sans"/>
                <a:ea typeface="DejaVu Sans"/>
                <a:cs typeface="DejaVu Sans"/>
              </a:defRPr>
            </a:defPPr>
            <a:lvl1pPr algn="r">
              <a:defRPr sz="1350" b="0">
                <a:solidFill>
                  <a:srgbClr val="526577"/>
                </a:solidFill>
                <a:latin typeface="DejaVu Sans"/>
                <a:ea typeface="DejaVu Sans"/>
                <a:cs typeface="DejaVu Sans"/>
              </a:defRPr>
            </a:lvl1pPr>
            <a:lvl2pPr algn="r">
              <a:defRPr sz="1350" b="0">
                <a:solidFill>
                  <a:srgbClr val="526577"/>
                </a:solidFill>
                <a:latin typeface="DejaVu Sans"/>
                <a:ea typeface="DejaVu Sans"/>
                <a:cs typeface="DejaVu Sans"/>
              </a:defRPr>
            </a:lvl2pPr>
            <a:lvl3pPr algn="r">
              <a:defRPr sz="1350" b="0">
                <a:solidFill>
                  <a:srgbClr val="526577"/>
                </a:solidFill>
                <a:latin typeface="DejaVu Sans"/>
                <a:ea typeface="DejaVu Sans"/>
                <a:cs typeface="DejaVu Sans"/>
              </a:defRPr>
            </a:lvl3pPr>
            <a:lvl4pPr algn="r">
              <a:defRPr sz="1350" b="0">
                <a:solidFill>
                  <a:srgbClr val="526577"/>
                </a:solidFill>
                <a:latin typeface="DejaVu Sans"/>
                <a:ea typeface="DejaVu Sans"/>
                <a:cs typeface="DejaVu Sans"/>
              </a:defRPr>
            </a:lvl4pPr>
            <a:lvl5pPr algn="r">
              <a:defRPr sz="1350" b="0">
                <a:solidFill>
                  <a:srgbClr val="526577"/>
                </a:solidFill>
                <a:latin typeface="DejaVu Sans"/>
                <a:ea typeface="DejaVu Sans"/>
                <a:cs typeface="DejaVu Sans"/>
              </a:defRPr>
            </a:lvl5pPr>
            <a:lvl6pPr algn="r">
              <a:defRPr sz="1350" b="0">
                <a:solidFill>
                  <a:srgbClr val="526577"/>
                </a:solidFill>
                <a:latin typeface="DejaVu Sans"/>
                <a:ea typeface="DejaVu Sans"/>
                <a:cs typeface="DejaVu Sans"/>
              </a:defRPr>
            </a:lvl6pPr>
            <a:lvl7pPr algn="r">
              <a:defRPr sz="1350" b="0">
                <a:solidFill>
                  <a:srgbClr val="526577"/>
                </a:solidFill>
                <a:latin typeface="DejaVu Sans"/>
                <a:ea typeface="DejaVu Sans"/>
                <a:cs typeface="DejaVu Sans"/>
              </a:defRPr>
            </a:lvl7pPr>
            <a:lvl8pPr algn="r">
              <a:defRPr sz="1350" b="0">
                <a:solidFill>
                  <a:srgbClr val="526577"/>
                </a:solidFill>
                <a:latin typeface="DejaVu Sans"/>
                <a:ea typeface="DejaVu Sans"/>
                <a:cs typeface="DejaVu Sans"/>
              </a:defRPr>
            </a:lvl8pPr>
            <a:lvl9pPr algn="r">
              <a:defRPr sz="1350" b="0">
                <a:solidFill>
                  <a:srgbClr val="526577"/>
                </a:solidFill>
                <a:latin typeface="DejaVu Sans"/>
                <a:ea typeface="DejaVu Sans"/>
                <a:cs typeface="DejaVu Sans"/>
              </a:defRPr>
            </a:lvl9pPr>
          </a:lstStyle>
          <a:p xmlns:a="http://schemas.openxmlformats.org/drawingml/2006/main">
            <a:pPr algn="r" rtl="1">
              <a:defRPr sz="1350" b="0">
                <a:solidFill>
                  <a:srgbClr val="526577"/>
                </a:solidFill>
                <a:latin typeface="DejaVu Sans"/>
                <a:ea typeface="DejaVu Sans"/>
                <a:cs typeface="DejaVu Sans"/>
              </a:defRPr>
            </a:pPr>
            <a:r>
              <a:rPr sz="1350" b="0" lang="ar-SA">
                <a:solidFill>
                  <a:srgbClr val="526577"/>
                </a:solidFill>
                <a:latin typeface="DejaVu Sans"/>
                <a:ea typeface="DejaVu Sans"/>
                <a:cs typeface="DejaVu Sans"/>
              </a:rPr>
              <a:t>الشرائح الأقل في IMD تعني حرمانًا أعلى. تصف النسب تسجيلات المشروع، وليس سكان المناطق.</a:t>
            </a:r>
          </a:p>
        </p:txBody>
      </p:sp>
    </p:spTree>
    <p:extLst>
      <p:ext uri="{BB962C8B-B14F-4D97-AF65-F5344CB8AC3E}">
        <p14:creationId xmlns:p14="http://schemas.microsoft.com/office/powerpoint/2010/main" val="3567973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26075C9-C76F-4C7D-8BDE-2FD9C375D042}"/>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3000" b="1">
                <a:solidFill>
                  <a:srgbClr val="132D40"/>
                </a:solidFill>
                <a:latin typeface="DejaVu Sans"/>
                <a:ea typeface="DejaVu Sans"/>
                <a:cs typeface="DejaVu Sans"/>
              </a:defRPr>
            </a:defPPr>
            <a:lvl1pPr algn="r">
              <a:defRPr sz="3000" b="1">
                <a:solidFill>
                  <a:srgbClr val="132D40"/>
                </a:solidFill>
                <a:latin typeface="DejaVu Sans"/>
                <a:ea typeface="DejaVu Sans"/>
                <a:cs typeface="DejaVu Sans"/>
              </a:defRPr>
            </a:lvl1pPr>
            <a:lvl2pPr algn="r">
              <a:defRPr sz="3000" b="1">
                <a:solidFill>
                  <a:srgbClr val="132D40"/>
                </a:solidFill>
                <a:latin typeface="DejaVu Sans"/>
                <a:ea typeface="DejaVu Sans"/>
                <a:cs typeface="DejaVu Sans"/>
              </a:defRPr>
            </a:lvl2pPr>
            <a:lvl3pPr algn="r">
              <a:defRPr sz="3000" b="1">
                <a:solidFill>
                  <a:srgbClr val="132D40"/>
                </a:solidFill>
                <a:latin typeface="DejaVu Sans"/>
                <a:ea typeface="DejaVu Sans"/>
                <a:cs typeface="DejaVu Sans"/>
              </a:defRPr>
            </a:lvl3pPr>
            <a:lvl4pPr algn="r">
              <a:defRPr sz="3000" b="1">
                <a:solidFill>
                  <a:srgbClr val="132D40"/>
                </a:solidFill>
                <a:latin typeface="DejaVu Sans"/>
                <a:ea typeface="DejaVu Sans"/>
                <a:cs typeface="DejaVu Sans"/>
              </a:defRPr>
            </a:lvl4pPr>
            <a:lvl5pPr algn="r">
              <a:defRPr sz="3000" b="1">
                <a:solidFill>
                  <a:srgbClr val="132D40"/>
                </a:solidFill>
                <a:latin typeface="DejaVu Sans"/>
                <a:ea typeface="DejaVu Sans"/>
                <a:cs typeface="DejaVu Sans"/>
              </a:defRPr>
            </a:lvl5pPr>
            <a:lvl6pPr algn="r">
              <a:defRPr sz="3000" b="1">
                <a:solidFill>
                  <a:srgbClr val="132D40"/>
                </a:solidFill>
                <a:latin typeface="DejaVu Sans"/>
                <a:ea typeface="DejaVu Sans"/>
                <a:cs typeface="DejaVu Sans"/>
              </a:defRPr>
            </a:lvl6pPr>
            <a:lvl7pPr algn="r">
              <a:defRPr sz="3000" b="1">
                <a:solidFill>
                  <a:srgbClr val="132D40"/>
                </a:solidFill>
                <a:latin typeface="DejaVu Sans"/>
                <a:ea typeface="DejaVu Sans"/>
                <a:cs typeface="DejaVu Sans"/>
              </a:defRPr>
            </a:lvl7pPr>
            <a:lvl8pPr algn="r">
              <a:defRPr sz="3000" b="1">
                <a:solidFill>
                  <a:srgbClr val="132D40"/>
                </a:solidFill>
                <a:latin typeface="DejaVu Sans"/>
                <a:ea typeface="DejaVu Sans"/>
                <a:cs typeface="DejaVu Sans"/>
              </a:defRPr>
            </a:lvl8pPr>
            <a:lvl9pPr algn="r">
              <a:defRPr sz="3000" b="1">
                <a:solidFill>
                  <a:srgbClr val="132D40"/>
                </a:solidFill>
                <a:latin typeface="DejaVu Sans"/>
                <a:ea typeface="DejaVu Sans"/>
                <a:cs typeface="DejaVu Sans"/>
              </a:defRPr>
            </a:lvl9pPr>
          </a:lstStyle>
          <a:p xmlns:a="http://schemas.openxmlformats.org/drawingml/2006/main">
            <a:pPr algn="r" rtl="1">
              <a:defRPr sz="3000" b="1">
                <a:solidFill>
                  <a:srgbClr val="132D40"/>
                </a:solidFill>
                <a:latin typeface="DejaVu Sans"/>
                <a:ea typeface="DejaVu Sans"/>
                <a:cs typeface="DejaVu Sans"/>
              </a:defRPr>
            </a:pPr>
            <a:r>
              <a:rPr sz="3000" b="1" lang="ar-SA">
                <a:solidFill>
                  <a:srgbClr val="132D40"/>
                </a:solidFill>
                <a:latin typeface="DejaVu Sans"/>
                <a:ea typeface="DejaVu Sans"/>
                <a:cs typeface="DejaVu Sans"/>
              </a:rPr>
              <a:t>ملحق التفاعل خلال المقرر كاملًا</a:t>
            </a:r>
          </a:p>
        </p:txBody>
      </p:sp>
      <p:sp>
        <p:nvSpPr>
          <p:cNvPr id="2" name="text-1">
            <a:extLst xmlns:a="http://schemas.openxmlformats.org/drawingml/2006/main">
              <a:ext uri="{FF2B5EF4-FFF2-40B4-BE49-F238E27FC236}">
                <a16:creationId xmlns:a16="http://schemas.microsoft.com/office/drawing/2014/main" id="{1338E280-0BBF-4FF5-95B4-3655A31461E7}"/>
              </a:ext>
            </a:extLst>
          </p:cNvPr>
          <p:cNvSpPr>
            <a:spLocks xmlns:a="http://schemas.openxmlformats.org/drawingml/2006/main" noGrp="1"/>
          </p:cNvSpPr>
          <p:nvPr/>
        </p:nvSpPr>
        <p:spPr>
          <a:xfrm xmlns:a="http://schemas.openxmlformats.org/drawingml/2006/main">
            <a:off x="6096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500" b="0">
                <a:solidFill>
                  <a:srgbClr val="526577"/>
                </a:solidFill>
                <a:latin typeface="DejaVu Sans"/>
                <a:ea typeface="DejaVu Sans"/>
                <a:cs typeface="DejaVu Sans"/>
              </a:defRPr>
            </a:defPPr>
            <a:lvl1pPr algn="r">
              <a:defRPr sz="1500" b="0">
                <a:solidFill>
                  <a:srgbClr val="526577"/>
                </a:solidFill>
                <a:latin typeface="DejaVu Sans"/>
                <a:ea typeface="DejaVu Sans"/>
                <a:cs typeface="DejaVu Sans"/>
              </a:defRPr>
            </a:lvl1pPr>
            <a:lvl2pPr algn="r">
              <a:defRPr sz="1500" b="0">
                <a:solidFill>
                  <a:srgbClr val="526577"/>
                </a:solidFill>
                <a:latin typeface="DejaVu Sans"/>
                <a:ea typeface="DejaVu Sans"/>
                <a:cs typeface="DejaVu Sans"/>
              </a:defRPr>
            </a:lvl2pPr>
            <a:lvl3pPr algn="r">
              <a:defRPr sz="1500" b="0">
                <a:solidFill>
                  <a:srgbClr val="526577"/>
                </a:solidFill>
                <a:latin typeface="DejaVu Sans"/>
                <a:ea typeface="DejaVu Sans"/>
                <a:cs typeface="DejaVu Sans"/>
              </a:defRPr>
            </a:lvl3pPr>
            <a:lvl4pPr algn="r">
              <a:defRPr sz="1500" b="0">
                <a:solidFill>
                  <a:srgbClr val="526577"/>
                </a:solidFill>
                <a:latin typeface="DejaVu Sans"/>
                <a:ea typeface="DejaVu Sans"/>
                <a:cs typeface="DejaVu Sans"/>
              </a:defRPr>
            </a:lvl4pPr>
            <a:lvl5pPr algn="r">
              <a:defRPr sz="1500" b="0">
                <a:solidFill>
                  <a:srgbClr val="526577"/>
                </a:solidFill>
                <a:latin typeface="DejaVu Sans"/>
                <a:ea typeface="DejaVu Sans"/>
                <a:cs typeface="DejaVu Sans"/>
              </a:defRPr>
            </a:lvl5pPr>
            <a:lvl6pPr algn="r">
              <a:defRPr sz="1500" b="0">
                <a:solidFill>
                  <a:srgbClr val="526577"/>
                </a:solidFill>
                <a:latin typeface="DejaVu Sans"/>
                <a:ea typeface="DejaVu Sans"/>
                <a:cs typeface="DejaVu Sans"/>
              </a:defRPr>
            </a:lvl6pPr>
            <a:lvl7pPr algn="r">
              <a:defRPr sz="1500" b="0">
                <a:solidFill>
                  <a:srgbClr val="526577"/>
                </a:solidFill>
                <a:latin typeface="DejaVu Sans"/>
                <a:ea typeface="DejaVu Sans"/>
                <a:cs typeface="DejaVu Sans"/>
              </a:defRPr>
            </a:lvl7pPr>
            <a:lvl8pPr algn="r">
              <a:defRPr sz="1500" b="0">
                <a:solidFill>
                  <a:srgbClr val="526577"/>
                </a:solidFill>
                <a:latin typeface="DejaVu Sans"/>
                <a:ea typeface="DejaVu Sans"/>
                <a:cs typeface="DejaVu Sans"/>
              </a:defRPr>
            </a:lvl8pPr>
            <a:lvl9pPr algn="r">
              <a:defRPr sz="1500" b="0">
                <a:solidFill>
                  <a:srgbClr val="526577"/>
                </a:solidFill>
                <a:latin typeface="DejaVu Sans"/>
                <a:ea typeface="DejaVu Sans"/>
                <a:cs typeface="DejaVu Sans"/>
              </a:defRPr>
            </a:lvl9pPr>
          </a:lstStyle>
          <a:p xmlns:a="http://schemas.openxmlformats.org/drawingml/2006/main">
            <a:pPr algn="r" rtl="1">
              <a:defRPr sz="1500" b="0">
                <a:solidFill>
                  <a:srgbClr val="526577"/>
                </a:solidFill>
                <a:latin typeface="DejaVu Sans"/>
                <a:ea typeface="DejaVu Sans"/>
                <a:cs typeface="DejaVu Sans"/>
              </a:defRPr>
            </a:pPr>
            <a:r>
              <a:rPr sz="1500" b="0" lang="ar-SA">
                <a:solidFill>
                  <a:srgbClr val="526577"/>
                </a:solidFill>
                <a:latin typeface="DejaVu Sans"/>
                <a:ea typeface="DejaVu Sans"/>
                <a:cs typeface="DejaVu Sans"/>
              </a:rPr>
              <a:t>الرسم الأصلي من دفتر التحليل مع أعداد التسجيلات المقاسة أسبوعيًا</a:t>
            </a:r>
          </a:p>
        </p:txBody>
      </p:sp>
      <p:sp>
        <p:nvSpPr>
          <p:cNvPr id="3" name="text-2">
            <a:extLst xmlns:a="http://schemas.openxmlformats.org/drawingml/2006/main">
              <a:ext uri="{FF2B5EF4-FFF2-40B4-BE49-F238E27FC236}">
                <a16:creationId xmlns:a16="http://schemas.microsoft.com/office/drawing/2014/main" id="{9DEDA196-43F3-4537-BF0F-2281EEF669BC}"/>
              </a:ext>
            </a:extLst>
          </p:cNvPr>
          <p:cNvSpPr>
            <a:spLocks xmlns:a="http://schemas.openxmlformats.org/drawingml/2006/main" noGrp="1"/>
          </p:cNvSpPr>
          <p:nvPr/>
        </p:nvSpPr>
        <p:spPr>
          <a:xfrm xmlns:a="http://schemas.openxmlformats.org/drawingml/2006/main">
            <a:off x="428625"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526577"/>
                </a:solidFill>
                <a:latin typeface="DejaVu Sans"/>
                <a:ea typeface="DejaVu Sans"/>
                <a:cs typeface="DejaVu Sans"/>
              </a:defRPr>
            </a:defPPr>
            <a:lvl1pPr algn="r">
              <a:defRPr sz="1050" b="0">
                <a:solidFill>
                  <a:srgbClr val="526577"/>
                </a:solidFill>
                <a:latin typeface="DejaVu Sans"/>
                <a:ea typeface="DejaVu Sans"/>
                <a:cs typeface="DejaVu Sans"/>
              </a:defRPr>
            </a:lvl1pPr>
            <a:lvl2pPr algn="r">
              <a:defRPr sz="1050" b="0">
                <a:solidFill>
                  <a:srgbClr val="526577"/>
                </a:solidFill>
                <a:latin typeface="DejaVu Sans"/>
                <a:ea typeface="DejaVu Sans"/>
                <a:cs typeface="DejaVu Sans"/>
              </a:defRPr>
            </a:lvl2pPr>
            <a:lvl3pPr algn="r">
              <a:defRPr sz="1050" b="0">
                <a:solidFill>
                  <a:srgbClr val="526577"/>
                </a:solidFill>
                <a:latin typeface="DejaVu Sans"/>
                <a:ea typeface="DejaVu Sans"/>
                <a:cs typeface="DejaVu Sans"/>
              </a:defRPr>
            </a:lvl3pPr>
            <a:lvl4pPr algn="r">
              <a:defRPr sz="1050" b="0">
                <a:solidFill>
                  <a:srgbClr val="526577"/>
                </a:solidFill>
                <a:latin typeface="DejaVu Sans"/>
                <a:ea typeface="DejaVu Sans"/>
                <a:cs typeface="DejaVu Sans"/>
              </a:defRPr>
            </a:lvl4pPr>
            <a:lvl5pPr algn="r">
              <a:defRPr sz="1050" b="0">
                <a:solidFill>
                  <a:srgbClr val="526577"/>
                </a:solidFill>
                <a:latin typeface="DejaVu Sans"/>
                <a:ea typeface="DejaVu Sans"/>
                <a:cs typeface="DejaVu Sans"/>
              </a:defRPr>
            </a:lvl5pPr>
            <a:lvl6pPr algn="r">
              <a:defRPr sz="1050" b="0">
                <a:solidFill>
                  <a:srgbClr val="526577"/>
                </a:solidFill>
                <a:latin typeface="DejaVu Sans"/>
                <a:ea typeface="DejaVu Sans"/>
                <a:cs typeface="DejaVu Sans"/>
              </a:defRPr>
            </a:lvl6pPr>
            <a:lvl7pPr algn="r">
              <a:defRPr sz="1050" b="0">
                <a:solidFill>
                  <a:srgbClr val="526577"/>
                </a:solidFill>
                <a:latin typeface="DejaVu Sans"/>
                <a:ea typeface="DejaVu Sans"/>
                <a:cs typeface="DejaVu Sans"/>
              </a:defRPr>
            </a:lvl7pPr>
            <a:lvl8pPr algn="r">
              <a:defRPr sz="1050" b="0">
                <a:solidFill>
                  <a:srgbClr val="526577"/>
                </a:solidFill>
                <a:latin typeface="DejaVu Sans"/>
                <a:ea typeface="DejaVu Sans"/>
                <a:cs typeface="DejaVu Sans"/>
              </a:defRPr>
            </a:lvl8pPr>
            <a:lvl9pPr algn="r">
              <a:defRPr sz="1050" b="0">
                <a:solidFill>
                  <a:srgbClr val="526577"/>
                </a:solidFill>
                <a:latin typeface="DejaVu Sans"/>
                <a:ea typeface="DejaVu Sans"/>
                <a:cs typeface="DejaVu Sans"/>
              </a:defRPr>
            </a:lvl9pPr>
          </a:lstStyle>
          <a:p xmlns:a="http://schemas.openxmlformats.org/drawingml/2006/main">
            <a:pPr algn="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19</a:t>
            </a:r>
          </a:p>
        </p:txBody>
      </p:sp>
      <p:pic>
        <p:nvPicPr>
          <p:cNvPr id="4" name="">
            <a:extLst xmlns:a="http://schemas.openxmlformats.org/drawingml/2006/main">
              <a:ext uri="{FF2B5EF4-FFF2-40B4-BE49-F238E27FC236}">
                <a16:creationId xmlns:a16="http://schemas.microsoft.com/office/drawing/2014/main" id="{7A7E0CC8-BAAF-4AE9-ABBE-07B192E5761F}"/>
              </a:ext>
            </a:extLst>
          </p:cNvPr>
          <p:cNvPicPr>
            <a:picLocks xmlns:a="http://schemas.openxmlformats.org/drawingml/2006/main" noChangeAspect="1"/>
          </p:cNvPicPr>
          <p:nvPr/>
        </p:nvPicPr>
        <p:blipFill>
          <a:blip xmlns:r="http://schemas.openxmlformats.org/officeDocument/2006/relationships" xmlns:a="http://schemas.openxmlformats.org/drawingml/2006/main" r:embed="R7007eedaa2a9450d"/>
          <a:stretch xmlns:a="http://schemas.openxmlformats.org/drawingml/2006/main"/>
        </p:blipFill>
        <p:spPr>
          <a:xfrm xmlns:a="http://schemas.openxmlformats.org/drawingml/2006/main">
            <a:off x="5515700" y="1809750"/>
            <a:ext cx="5399226" cy="46672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710DB330-D707-4E61-8004-0EF706AFC87F}"/>
              </a:ext>
            </a:extLst>
          </p:cNvPr>
          <p:cNvSpPr>
            <a:spLocks xmlns:a="http://schemas.openxmlformats.org/drawingml/2006/main" noGrp="1"/>
          </p:cNvSpPr>
          <p:nvPr/>
        </p:nvSpPr>
        <p:spPr>
          <a:xfrm xmlns:a="http://schemas.openxmlformats.org/drawingml/2006/main">
            <a:off x="600075" y="1857375"/>
            <a:ext cx="3571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2025" b="1">
                <a:solidFill>
                  <a:srgbClr val="177E82"/>
                </a:solidFill>
                <a:latin typeface="DejaVu Sans"/>
                <a:ea typeface="DejaVu Sans"/>
                <a:cs typeface="DejaVu Sans"/>
              </a:defRPr>
            </a:defPPr>
            <a:lvl1pPr algn="r">
              <a:defRPr sz="2025" b="1">
                <a:solidFill>
                  <a:srgbClr val="177E82"/>
                </a:solidFill>
                <a:latin typeface="DejaVu Sans"/>
                <a:ea typeface="DejaVu Sans"/>
                <a:cs typeface="DejaVu Sans"/>
              </a:defRPr>
            </a:lvl1pPr>
            <a:lvl2pPr algn="r">
              <a:defRPr sz="2025" b="1">
                <a:solidFill>
                  <a:srgbClr val="177E82"/>
                </a:solidFill>
                <a:latin typeface="DejaVu Sans"/>
                <a:ea typeface="DejaVu Sans"/>
                <a:cs typeface="DejaVu Sans"/>
              </a:defRPr>
            </a:lvl2pPr>
            <a:lvl3pPr algn="r">
              <a:defRPr sz="2025" b="1">
                <a:solidFill>
                  <a:srgbClr val="177E82"/>
                </a:solidFill>
                <a:latin typeface="DejaVu Sans"/>
                <a:ea typeface="DejaVu Sans"/>
                <a:cs typeface="DejaVu Sans"/>
              </a:defRPr>
            </a:lvl3pPr>
            <a:lvl4pPr algn="r">
              <a:defRPr sz="2025" b="1">
                <a:solidFill>
                  <a:srgbClr val="177E82"/>
                </a:solidFill>
                <a:latin typeface="DejaVu Sans"/>
                <a:ea typeface="DejaVu Sans"/>
                <a:cs typeface="DejaVu Sans"/>
              </a:defRPr>
            </a:lvl4pPr>
            <a:lvl5pPr algn="r">
              <a:defRPr sz="2025" b="1">
                <a:solidFill>
                  <a:srgbClr val="177E82"/>
                </a:solidFill>
                <a:latin typeface="DejaVu Sans"/>
                <a:ea typeface="DejaVu Sans"/>
                <a:cs typeface="DejaVu Sans"/>
              </a:defRPr>
            </a:lvl5pPr>
            <a:lvl6pPr algn="r">
              <a:defRPr sz="2025" b="1">
                <a:solidFill>
                  <a:srgbClr val="177E82"/>
                </a:solidFill>
                <a:latin typeface="DejaVu Sans"/>
                <a:ea typeface="DejaVu Sans"/>
                <a:cs typeface="DejaVu Sans"/>
              </a:defRPr>
            </a:lvl6pPr>
            <a:lvl7pPr algn="r">
              <a:defRPr sz="2025" b="1">
                <a:solidFill>
                  <a:srgbClr val="177E82"/>
                </a:solidFill>
                <a:latin typeface="DejaVu Sans"/>
                <a:ea typeface="DejaVu Sans"/>
                <a:cs typeface="DejaVu Sans"/>
              </a:defRPr>
            </a:lvl7pPr>
            <a:lvl8pPr algn="r">
              <a:defRPr sz="2025" b="1">
                <a:solidFill>
                  <a:srgbClr val="177E82"/>
                </a:solidFill>
                <a:latin typeface="DejaVu Sans"/>
                <a:ea typeface="DejaVu Sans"/>
                <a:cs typeface="DejaVu Sans"/>
              </a:defRPr>
            </a:lvl8pPr>
            <a:lvl9pPr algn="r">
              <a:defRPr sz="2025" b="1">
                <a:solidFill>
                  <a:srgbClr val="177E82"/>
                </a:solidFill>
                <a:latin typeface="DejaVu Sans"/>
                <a:ea typeface="DejaVu Sans"/>
                <a:cs typeface="DejaVu Sans"/>
              </a:defRPr>
            </a:lvl9pPr>
          </a:lstStyle>
          <a:p xmlns:a="http://schemas.openxmlformats.org/drawingml/2006/main">
            <a:pPr algn="r" rtl="1">
              <a:defRPr sz="2025" b="1">
                <a:solidFill>
                  <a:srgbClr val="177E82"/>
                </a:solidFill>
                <a:latin typeface="DejaVu Sans"/>
                <a:ea typeface="DejaVu Sans"/>
                <a:cs typeface="DejaVu Sans"/>
              </a:defRPr>
            </a:pPr>
            <a:r>
              <a:rPr sz="2025" b="1" lang="ar-SA">
                <a:solidFill>
                  <a:srgbClr val="177E82"/>
                </a:solidFill>
                <a:latin typeface="DejaVu Sans"/>
                <a:ea typeface="DejaVu Sans"/>
                <a:cs typeface="DejaVu Sans"/>
              </a:rPr>
              <a:t>دليل قراءة الرسم</a:t>
            </a:r>
          </a:p>
        </p:txBody>
      </p:sp>
      <p:sp>
        <p:nvSpPr>
          <p:cNvPr id="6" name="text-4">
            <a:extLst xmlns:a="http://schemas.openxmlformats.org/drawingml/2006/main">
              <a:ext uri="{FF2B5EF4-FFF2-40B4-BE49-F238E27FC236}">
                <a16:creationId xmlns:a16="http://schemas.microsoft.com/office/drawing/2014/main" id="{7BA63763-F926-4AFC-B91E-89446BC6B8E8}"/>
              </a:ext>
            </a:extLst>
          </p:cNvPr>
          <p:cNvSpPr>
            <a:spLocks xmlns:a="http://schemas.openxmlformats.org/drawingml/2006/main" noGrp="1"/>
          </p:cNvSpPr>
          <p:nvPr/>
        </p:nvSpPr>
        <p:spPr>
          <a:xfrm xmlns:a="http://schemas.openxmlformats.org/drawingml/2006/main">
            <a:off x="647700" y="2457450"/>
            <a:ext cx="3524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800" b="0">
                <a:solidFill>
                  <a:srgbClr val="132D40"/>
                </a:solidFill>
                <a:latin typeface="DejaVu Sans"/>
                <a:ea typeface="DejaVu Sans"/>
                <a:cs typeface="DejaVu Sans"/>
              </a:defRPr>
            </a:defPPr>
            <a:lvl1pPr algn="r">
              <a:defRPr sz="1800" b="0">
                <a:solidFill>
                  <a:srgbClr val="132D40"/>
                </a:solidFill>
                <a:latin typeface="DejaVu Sans"/>
                <a:ea typeface="DejaVu Sans"/>
                <a:cs typeface="DejaVu Sans"/>
              </a:defRPr>
            </a:lvl1pPr>
            <a:lvl2pPr algn="r">
              <a:defRPr sz="1800" b="0">
                <a:solidFill>
                  <a:srgbClr val="132D40"/>
                </a:solidFill>
                <a:latin typeface="DejaVu Sans"/>
                <a:ea typeface="DejaVu Sans"/>
                <a:cs typeface="DejaVu Sans"/>
              </a:defRPr>
            </a:lvl2pPr>
            <a:lvl3pPr algn="r">
              <a:defRPr sz="1800" b="0">
                <a:solidFill>
                  <a:srgbClr val="132D40"/>
                </a:solidFill>
                <a:latin typeface="DejaVu Sans"/>
                <a:ea typeface="DejaVu Sans"/>
                <a:cs typeface="DejaVu Sans"/>
              </a:defRPr>
            </a:lvl3pPr>
            <a:lvl4pPr algn="r">
              <a:defRPr sz="1800" b="0">
                <a:solidFill>
                  <a:srgbClr val="132D40"/>
                </a:solidFill>
                <a:latin typeface="DejaVu Sans"/>
                <a:ea typeface="DejaVu Sans"/>
                <a:cs typeface="DejaVu Sans"/>
              </a:defRPr>
            </a:lvl4pPr>
            <a:lvl5pPr algn="r">
              <a:defRPr sz="1800" b="0">
                <a:solidFill>
                  <a:srgbClr val="132D40"/>
                </a:solidFill>
                <a:latin typeface="DejaVu Sans"/>
                <a:ea typeface="DejaVu Sans"/>
                <a:cs typeface="DejaVu Sans"/>
              </a:defRPr>
            </a:lvl5pPr>
            <a:lvl6pPr algn="r">
              <a:defRPr sz="1800" b="0">
                <a:solidFill>
                  <a:srgbClr val="132D40"/>
                </a:solidFill>
                <a:latin typeface="DejaVu Sans"/>
                <a:ea typeface="DejaVu Sans"/>
                <a:cs typeface="DejaVu Sans"/>
              </a:defRPr>
            </a:lvl6pPr>
            <a:lvl7pPr algn="r">
              <a:defRPr sz="1800" b="0">
                <a:solidFill>
                  <a:srgbClr val="132D40"/>
                </a:solidFill>
                <a:latin typeface="DejaVu Sans"/>
                <a:ea typeface="DejaVu Sans"/>
                <a:cs typeface="DejaVu Sans"/>
              </a:defRPr>
            </a:lvl7pPr>
            <a:lvl8pPr algn="r">
              <a:defRPr sz="1800" b="0">
                <a:solidFill>
                  <a:srgbClr val="132D40"/>
                </a:solidFill>
                <a:latin typeface="DejaVu Sans"/>
                <a:ea typeface="DejaVu Sans"/>
                <a:cs typeface="DejaVu Sans"/>
              </a:defRPr>
            </a:lvl8pPr>
            <a:lvl9pPr algn="r">
              <a:defRPr sz="1800" b="0">
                <a:solidFill>
                  <a:srgbClr val="132D40"/>
                </a:solidFill>
                <a:latin typeface="DejaVu Sans"/>
                <a:ea typeface="DejaVu Sans"/>
                <a:cs typeface="DejaVu Sans"/>
              </a:defRPr>
            </a:lvl9pPr>
          </a:lstStyle>
          <a:p xmlns:a="http://schemas.openxmlformats.org/drawingml/2006/main">
            <a:pPr algn="r" rtl="1">
              <a:defRPr sz="1800" b="0">
                <a:solidFill>
                  <a:srgbClr val="132D40"/>
                </a:solidFill>
                <a:latin typeface="DejaVu Sans"/>
                <a:ea typeface="DejaVu Sans"/>
                <a:cs typeface="DejaVu Sans"/>
              </a:defRPr>
            </a:pPr>
            <a:r>
              <a:rPr sz="1800" b="0" lang="ar-SA">
                <a:solidFill>
                  <a:srgbClr val="132D40"/>
                </a:solidFill>
                <a:latin typeface="DejaVu Sans"/>
                <a:ea typeface="DejaVu Sans"/>
                <a:cs typeface="DejaVu Sans"/>
              </a:rPr>
              <a:t>يشمل النجاح النجاح دون تفوق والتفوق.</a:t>
            </a:r>
          </a:p>
          <a:p xmlns:a="http://schemas.openxmlformats.org/drawingml/2006/main">
            <a:r>
              <a:t/>
            </a:r>
          </a:p>
          <a:p xmlns:a="http://schemas.openxmlformats.org/drawingml/2006/main">
            <a:pPr algn="r" rtl="1">
              <a:defRPr sz="1800" b="0">
                <a:solidFill>
                  <a:srgbClr val="132D40"/>
                </a:solidFill>
                <a:latin typeface="DejaVu Sans"/>
                <a:ea typeface="DejaVu Sans"/>
                <a:cs typeface="DejaVu Sans"/>
              </a:defRPr>
            </a:pPr>
            <a:r>
              <a:rPr sz="1800" b="0" lang="ar-SA">
                <a:solidFill>
                  <a:srgbClr val="132D40"/>
                </a:solidFill>
                <a:latin typeface="DejaVu Sans"/>
                <a:ea typeface="DejaVu Sans"/>
                <a:cs typeface="DejaVu Sans"/>
              </a:rPr>
              <a:t>تتغير عينة القياس من أسبوع إلى آخر.</a:t>
            </a:r>
          </a:p>
          <a:p xmlns:a="http://schemas.openxmlformats.org/drawingml/2006/main">
            <a:r>
              <a:t/>
            </a:r>
          </a:p>
          <a:p xmlns:a="http://schemas.openxmlformats.org/drawingml/2006/main">
            <a:pPr algn="r" rtl="1">
              <a:defRPr sz="1800" b="0">
                <a:solidFill>
                  <a:srgbClr val="132D40"/>
                </a:solidFill>
                <a:latin typeface="DejaVu Sans"/>
                <a:ea typeface="DejaVu Sans"/>
                <a:cs typeface="DejaVu Sans"/>
              </a:defRPr>
            </a:pPr>
            <a:r>
              <a:rPr sz="1800" b="0" lang="ar-SA">
                <a:solidFill>
                  <a:srgbClr val="132D40"/>
                </a:solidFill>
                <a:latin typeface="DejaVu Sans"/>
                <a:ea typeface="DejaVu Sans"/>
                <a:cs typeface="DejaVu Sans"/>
              </a:rPr>
              <a:t>ينتهي خط المنسحبين عند انتهاء الأسابيع المؤهلة للقياس.</a:t>
            </a:r>
          </a:p>
        </p:txBody>
      </p:sp>
    </p:spTree>
    <p:extLst>
      <p:ext uri="{BB962C8B-B14F-4D97-AF65-F5344CB8AC3E}">
        <p14:creationId xmlns:p14="http://schemas.microsoft.com/office/powerpoint/2010/main" val="13413772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2026-10-28T19:46:14.6530000Z</dcterms:created>
  <dcterms:modified xsi:type="dcterms:W3CDTF">2026-10-28T19:46:14.6530000Z</dcterms:modified>
</coreProperties>
</file>