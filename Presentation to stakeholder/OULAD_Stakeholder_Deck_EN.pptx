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2.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3.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4.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5.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6.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7.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8.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9.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10.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11.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12.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13.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slides/charts/chart14.xml" ContentType="application/vnd.openxmlformats-officedocument.drawingml.chart+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0696f1d358d64d00" /><Relationship Type="http://schemas.openxmlformats.org/officeDocument/2006/relationships/extended-properties" Target="/docProps/app.xml" Id="R7265557dc7d44d4d" /><Relationship Type="http://schemas.openxmlformats.org/officeDocument/2006/relationships/officeDocument" Target="/ppt/presentation.xml" Id="Rdc970051b6df422f" /></Relationships>
</file>

<file path=ppt/presentation.xml><?xml version="1.0" encoding="utf-8"?>
<p:presentation xmlns:p="http://schemas.openxmlformats.org/presentationml/2006/main">
  <p:sldMasterIdLst>
    <p:sldMasterId xmlns:r="http://schemas.openxmlformats.org/officeDocument/2006/relationships" id="2147483648" r:id="Re948da60263640d6"/>
  </p:sldMasterIdLst>
  <p:notesMasterIdLst>
    <p:notesMasterId xmlns:r="http://schemas.openxmlformats.org/officeDocument/2006/relationships" r:id="Reaf90f3a3dd24997"/>
  </p:notesMasterIdLst>
  <p:sldIdLst>
    <p:sldId xmlns:r="http://schemas.openxmlformats.org/officeDocument/2006/relationships" id="256" r:id="R339a272010b74264"/>
    <p:sldId xmlns:r="http://schemas.openxmlformats.org/officeDocument/2006/relationships" id="257" r:id="Rdc97533234e24075"/>
    <p:sldId xmlns:r="http://schemas.openxmlformats.org/officeDocument/2006/relationships" id="258" r:id="Rd9a26b44d05449d9"/>
    <p:sldId xmlns:r="http://schemas.openxmlformats.org/officeDocument/2006/relationships" id="259" r:id="Rc0084f63da834fce"/>
    <p:sldId xmlns:r="http://schemas.openxmlformats.org/officeDocument/2006/relationships" id="260" r:id="Rab9eea2c9727412b"/>
    <p:sldId xmlns:r="http://schemas.openxmlformats.org/officeDocument/2006/relationships" id="261" r:id="R42465266b90c4f27"/>
    <p:sldId xmlns:r="http://schemas.openxmlformats.org/officeDocument/2006/relationships" id="262" r:id="R75d9f0d6f2b34817"/>
    <p:sldId xmlns:r="http://schemas.openxmlformats.org/officeDocument/2006/relationships" id="263" r:id="R103c9fe05df84a1f"/>
    <p:sldId xmlns:r="http://schemas.openxmlformats.org/officeDocument/2006/relationships" id="264" r:id="R5c0656d405254115"/>
    <p:sldId xmlns:r="http://schemas.openxmlformats.org/officeDocument/2006/relationships" id="265" r:id="R6dee054c76df4b32"/>
    <p:sldId xmlns:r="http://schemas.openxmlformats.org/officeDocument/2006/relationships" id="266" r:id="R2649732903c341b9"/>
    <p:sldId xmlns:r="http://schemas.openxmlformats.org/officeDocument/2006/relationships" id="267" r:id="Rdb0fa91c99964ced"/>
    <p:sldId xmlns:r="http://schemas.openxmlformats.org/officeDocument/2006/relationships" id="268" r:id="Rd35fb90bf2d14ab8"/>
    <p:sldId xmlns:r="http://schemas.openxmlformats.org/officeDocument/2006/relationships" id="269" r:id="Rd019a3c7bada4c27"/>
    <p:sldId xmlns:r="http://schemas.openxmlformats.org/officeDocument/2006/relationships" id="270" r:id="Rde36c9eccc15472f"/>
    <p:sldId xmlns:r="http://schemas.openxmlformats.org/officeDocument/2006/relationships" id="271" r:id="Rde6c9c7e5d274429"/>
    <p:sldId xmlns:r="http://schemas.openxmlformats.org/officeDocument/2006/relationships" id="272" r:id="Re2b05c2591384259"/>
    <p:sldId xmlns:r="http://schemas.openxmlformats.org/officeDocument/2006/relationships" id="273" r:id="Rca657088d60f4e68"/>
    <p:sldId xmlns:r="http://schemas.openxmlformats.org/officeDocument/2006/relationships" id="274" r:id="Re6af43e5b0f546b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300e7ac4f8642b6" /><Relationship Type="http://schemas.openxmlformats.org/officeDocument/2006/relationships/slideMaster" Target="/ppt/slideMasters/slideMaster1.xml" Id="Re948da60263640d6" /><Relationship Type="http://schemas.openxmlformats.org/officeDocument/2006/relationships/notesMaster" Target="/ppt/notesMasters/notesMaster1.xml" Id="Reaf90f3a3dd24997" /><Relationship Type="http://schemas.openxmlformats.org/officeDocument/2006/relationships/presProps" Target="/ppt/presProps.xml" Id="Ra86954b4cab444b5" /><Relationship Type="http://schemas.openxmlformats.org/officeDocument/2006/relationships/tableStyles" Target="/ppt/tableStyles.xml" Id="R24dd1ba417fa4569" /><Relationship Type="http://schemas.openxmlformats.org/officeDocument/2006/relationships/slide" Target="/ppt/slides/slide1.xml" Id="R339a272010b74264" /><Relationship Type="http://schemas.openxmlformats.org/officeDocument/2006/relationships/slide" Target="/ppt/slides/slide2.xml" Id="Rdc97533234e24075" /><Relationship Type="http://schemas.openxmlformats.org/officeDocument/2006/relationships/slide" Target="/ppt/slides/slide3.xml" Id="Rd9a26b44d05449d9" /><Relationship Type="http://schemas.openxmlformats.org/officeDocument/2006/relationships/slide" Target="/ppt/slides/slide4.xml" Id="Rc0084f63da834fce" /><Relationship Type="http://schemas.openxmlformats.org/officeDocument/2006/relationships/slide" Target="/ppt/slides/slide5.xml" Id="Rab9eea2c9727412b" /><Relationship Type="http://schemas.openxmlformats.org/officeDocument/2006/relationships/slide" Target="/ppt/slides/slide6.xml" Id="R42465266b90c4f27" /><Relationship Type="http://schemas.openxmlformats.org/officeDocument/2006/relationships/slide" Target="/ppt/slides/slide7.xml" Id="R75d9f0d6f2b34817" /><Relationship Type="http://schemas.openxmlformats.org/officeDocument/2006/relationships/slide" Target="/ppt/slides/slide8.xml" Id="R103c9fe05df84a1f" /><Relationship Type="http://schemas.openxmlformats.org/officeDocument/2006/relationships/slide" Target="/ppt/slides/slide9.xml" Id="R5c0656d405254115" /><Relationship Type="http://schemas.openxmlformats.org/officeDocument/2006/relationships/slide" Target="/ppt/slides/slide10.xml" Id="R6dee054c76df4b32" /><Relationship Type="http://schemas.openxmlformats.org/officeDocument/2006/relationships/slide" Target="/ppt/slides/slide11.xml" Id="R2649732903c341b9" /><Relationship Type="http://schemas.openxmlformats.org/officeDocument/2006/relationships/slide" Target="/ppt/slides/slide12.xml" Id="Rdb0fa91c99964ced" /><Relationship Type="http://schemas.openxmlformats.org/officeDocument/2006/relationships/slide" Target="/ppt/slides/slide13.xml" Id="Rd35fb90bf2d14ab8" /><Relationship Type="http://schemas.openxmlformats.org/officeDocument/2006/relationships/slide" Target="/ppt/slides/slide14.xml" Id="Rd019a3c7bada4c27" /><Relationship Type="http://schemas.openxmlformats.org/officeDocument/2006/relationships/slide" Target="/ppt/slides/slide15.xml" Id="Rde36c9eccc15472f" /><Relationship Type="http://schemas.openxmlformats.org/officeDocument/2006/relationships/slide" Target="/ppt/slides/slide16.xml" Id="Rde6c9c7e5d274429" /><Relationship Type="http://schemas.openxmlformats.org/officeDocument/2006/relationships/slide" Target="/ppt/slides/slide17.xml" Id="Re2b05c2591384259" /><Relationship Type="http://schemas.openxmlformats.org/officeDocument/2006/relationships/slide" Target="/ppt/slides/slide18.xml" Id="Rca657088d60f4e68" /><Relationship Type="http://schemas.openxmlformats.org/officeDocument/2006/relationships/slide" Target="/ppt/slides/slide19.xml" Id="Re6af43e5b0f546b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1328e4579b340e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2d2f53f244246c5" /><Relationship Type="http://schemas.openxmlformats.org/officeDocument/2006/relationships/notesMaster" Target="/ppt/notesMasters/notesMaster1.xml" Id="Rcac212249dcc47f2" /></Relationships>
</file>

<file path=ppt/notesSlides/_rels/notesSlide2.xml.rels>&#65279;<?xml version="1.0" encoding="utf-8"?><Relationships xmlns="http://schemas.openxmlformats.org/package/2006/relationships"><Relationship Type="http://schemas.openxmlformats.org/officeDocument/2006/relationships/slide" Target="/ppt/slides/slide2.xml" Id="Ref3e72c514474589" /><Relationship Type="http://schemas.openxmlformats.org/officeDocument/2006/relationships/notesMaster" Target="/ppt/notesMasters/notesMaster1.xml" Id="R7314d8c423d84647" /></Relationships>
</file>

<file path=ppt/notesSlides/_rels/notesSlide3.xml.rels>&#65279;<?xml version="1.0" encoding="utf-8"?><Relationships xmlns="http://schemas.openxmlformats.org/package/2006/relationships"><Relationship Type="http://schemas.openxmlformats.org/officeDocument/2006/relationships/slide" Target="/ppt/slides/slide3.xml" Id="Rcdf849110db44510" /><Relationship Type="http://schemas.openxmlformats.org/officeDocument/2006/relationships/notesMaster" Target="/ppt/notesMasters/notesMaster1.xml" Id="Rd0bf542ff7074480" /></Relationships>
</file>

<file path=ppt/notesSlides/_rels/notesSlide4.xml.rels>&#65279;<?xml version="1.0" encoding="utf-8"?><Relationships xmlns="http://schemas.openxmlformats.org/package/2006/relationships"><Relationship Type="http://schemas.openxmlformats.org/officeDocument/2006/relationships/slide" Target="/ppt/slides/slide4.xml" Id="R2a933f5745b84b63" /><Relationship Type="http://schemas.openxmlformats.org/officeDocument/2006/relationships/notesMaster" Target="/ppt/notesMasters/notesMaster1.xml" Id="Ra274f6caf7ae489f" /></Relationships>
</file>

<file path=ppt/notesSlides/_rels/notesSlide5.xml.rels>&#65279;<?xml version="1.0" encoding="utf-8"?><Relationships xmlns="http://schemas.openxmlformats.org/package/2006/relationships"><Relationship Type="http://schemas.openxmlformats.org/officeDocument/2006/relationships/slide" Target="/ppt/slides/slide5.xml" Id="R84b92ee3738e44be" /><Relationship Type="http://schemas.openxmlformats.org/officeDocument/2006/relationships/notesMaster" Target="/ppt/notesMasters/notesMaster1.xml" Id="R0384a5d4f7f24818" /></Relationships>
</file>

<file path=ppt/notesSlides/_rels/notesSlide6.xml.rels>&#65279;<?xml version="1.0" encoding="utf-8"?><Relationships xmlns="http://schemas.openxmlformats.org/package/2006/relationships"><Relationship Type="http://schemas.openxmlformats.org/officeDocument/2006/relationships/slide" Target="/ppt/slides/slide6.xml" Id="Rb9e829daee464ee1" /><Relationship Type="http://schemas.openxmlformats.org/officeDocument/2006/relationships/notesMaster" Target="/ppt/notesMasters/notesMaster1.xml" Id="R865f28780e84441d" /></Relationships>
</file>

<file path=ppt/notesSlides/_rels/notesSlide7.xml.rels>&#65279;<?xml version="1.0" encoding="utf-8"?><Relationships xmlns="http://schemas.openxmlformats.org/package/2006/relationships"><Relationship Type="http://schemas.openxmlformats.org/officeDocument/2006/relationships/slide" Target="/ppt/slides/slide7.xml" Id="R4c676cdec9804aed" /><Relationship Type="http://schemas.openxmlformats.org/officeDocument/2006/relationships/notesMaster" Target="/ppt/notesMasters/notesMaster1.xml" Id="R867a0b1a11fe4327" /></Relationships>
</file>

<file path=ppt/notesSlides/_rels/notesSlide8.xml.rels>&#65279;<?xml version="1.0" encoding="utf-8"?><Relationships xmlns="http://schemas.openxmlformats.org/package/2006/relationships"><Relationship Type="http://schemas.openxmlformats.org/officeDocument/2006/relationships/slide" Target="/ppt/slides/slide8.xml" Id="R9e65e205689f4a20" /><Relationship Type="http://schemas.openxmlformats.org/officeDocument/2006/relationships/notesMaster" Target="/ppt/notesMasters/notesMaster1.xml" Id="Rc539b49bedc84df2" /></Relationships>
</file>

<file path=ppt/notesSlides/_rels/notesSlide9.xml.rels>&#65279;<?xml version="1.0" encoding="utf-8"?><Relationships xmlns="http://schemas.openxmlformats.org/package/2006/relationships"><Relationship Type="http://schemas.openxmlformats.org/officeDocument/2006/relationships/slide" Target="/ppt/slides/slide9.xml" Id="Rb537090a8d0445ae" /><Relationship Type="http://schemas.openxmlformats.org/officeDocument/2006/relationships/notesMaster" Target="/ppt/notesMasters/notesMaster1.xml" Id="R9bd0dc22bd3c434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fb282d250604255" /><Relationship Type="http://schemas.openxmlformats.org/officeDocument/2006/relationships/notesMaster" Target="/ppt/notesMasters/notesMaster1.xml" Id="R63d32274f65b4d6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1f6f32c01774634" /><Relationship Type="http://schemas.openxmlformats.org/officeDocument/2006/relationships/notesMaster" Target="/ppt/notesMasters/notesMaster1.xml" Id="R26f2d7c15297428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645bff6cd7e4b94" /><Relationship Type="http://schemas.openxmlformats.org/officeDocument/2006/relationships/notesMaster" Target="/ppt/notesMasters/notesMaster1.xml" Id="R859ae24e9834481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71186edaf3349eb" /><Relationship Type="http://schemas.openxmlformats.org/officeDocument/2006/relationships/notesMaster" Target="/ppt/notesMasters/notesMaster1.xml" Id="R117c79577cac49e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59ce36dac7b42be" /><Relationship Type="http://schemas.openxmlformats.org/officeDocument/2006/relationships/notesMaster" Target="/ppt/notesMasters/notesMaster1.xml" Id="R1a0ab417677f4aa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2286bb203374dd4" /><Relationship Type="http://schemas.openxmlformats.org/officeDocument/2006/relationships/notesMaster" Target="/ppt/notesMasters/notesMaster1.xml" Id="R236e1c399b264db5"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658ddd41f25e4a5b" /><Relationship Type="http://schemas.openxmlformats.org/officeDocument/2006/relationships/notesMaster" Target="/ppt/notesMasters/notesMaster1.xml" Id="Rc1de2a0858bb40e8"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aff9c77fef994dc3" /><Relationship Type="http://schemas.openxmlformats.org/officeDocument/2006/relationships/notesMaster" Target="/ppt/notesMasters/notesMaster1.xml" Id="R7e3396ee1c7147a6"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29fe221f1fb44629" /><Relationship Type="http://schemas.openxmlformats.org/officeDocument/2006/relationships/notesMaster" Target="/ppt/notesMasters/notesMaster1.xml" Id="R8e4788299e594390"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d08eb8efaec749db" /><Relationship Type="http://schemas.openxmlformats.org/officeDocument/2006/relationships/notesMaster" Target="/ppt/notesMasters/notesMaster1.xml" Id="Rad4156728dd1470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OULAD_Stakeholder_Report_Illustrated_EN.docx and saved outputs in Final_OULAD_Analysis_EN(1).ipynb. Unit: student enrollment in a module presentation, not unique students. Historical descriptive associations do not establish causality.</a:t>
            </a:r>
          </a:p>
          <a:p xmlns:a="http://schemas.openxmlformats.org/drawingml/2006/main">
            <a:r>
              <a:t>Scope: 32,593 enrollments, 28,785 unique students, 7 modules and 22 presentations in 2013–2014.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OULAD_Stakeholder_Report_Illustrated_EN.docx and saved outputs in Final_OULAD_Analysis_EN(1).ipynb. Unit: student enrollment in a module presentation, not unique students. Historical descriptive associations do not establish causality.</a:t>
            </a:r>
          </a:p>
          <a:p xmlns:a="http://schemas.openxmlformats.org/drawingml/2006/main">
            <a:r>
              <a:t>Counts: success 15,385, withdrawal 10,156, failure 7,052. Distinction 3,024 is included in success.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OULAD_Stakeholder_Report_Illustrated_EN.docx and saved outputs in Final_OULAD_Analysis_EN(1).ipynb. Unit: student enrollment in a module presentation, not unique students. Historical descriptive associations do not establish causality.</a:t>
            </a:r>
          </a:p>
          <a:p xmlns:a="http://schemas.openxmlformats.org/drawingml/2006/main">
            <a:r>
              <a:t>Combined rates calculated from original counts: CCC 62.16%, DDD 58.39%, FFF 53.00%, BBB 52.54%, EEE 43.76%, GGG 40.25%, AAA 29.01%. Stacked labels use rounded component percentages. Review requirements and assessment sequencing in CCC/DDD. Allocate advisers by volume in BBB/FFF. Provide targeted practice and assessment preparation in GGG.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OULAD_Stakeholder_Report_Illustrated_EN.docx and saved outputs in Final_OULAD_Analysis_EN(1).ipynb. Unit: student enrollment in a module presentation, not unique students. Historical descriptive associations do not establish causality.</a:t>
            </a:r>
          </a:p>
          <a:p xmlns:a="http://schemas.openxmlformats.org/drawingml/2006/main">
            <a:r>
              <a:t>Counts: 2,676 before start, 2,356 days 0–27, 5,031 day 28 onward, 93 unknown. Periods differ in length. These are not daily or equal-duration withdrawal rates. Check platform access and explain study time before the start.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OULAD_Stakeholder_Report_Illustrated_EN.docx and saved outputs in Final_OULAD_Analysis_EN(1).ipynb. Unit: student enrollment in a module presentation, not unique students. Historical descriptive associations do not establish causality.</a:t>
            </a:r>
          </a:p>
          <a:p xmlns:a="http://schemas.openxmlformats.org/drawingml/2006/main">
            <a:r>
              <a:t>Study load is total studied credits at enrollment, not the credits for this module alone. Bands contain 20,568, 9,769 and 2,256 enrollments. Offer individual advice before a high-load registration. Association does not demonstrate a causal effect.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OULAD_Stakeholder_Report_Illustrated_EN.docx and saved outputs in Final_OULAD_Analysis_EN(1).ipynb. Unit: student enrollment in a module presentation, not unique students. Historical descriptive associations do not establish causality.</a:t>
            </a:r>
          </a:p>
          <a:p xmlns:a="http://schemas.openxmlformats.org/drawingml/2006/main">
            <a:r>
              <a:t>CCC rises from 37.22% to 62.84%, DDD from 28.59% to 60.08%. DDD has the largest gap, about 31.49 percentage points. Only 12 GGG enrollments exceed 120 credits. Differences remain unadjusted for presentation and student characteristics.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OULAD_Stakeholder_Report_Illustrated_EN.docx and saved outputs in Final_OULAD_Analysis_EN(1).ipynb. Unit: student enrollment in a module presentation, not unique students. Historical descriptive associations do not establish causality.</a:t>
            </a:r>
          </a:p>
          <a:p xmlns:a="http://schemas.openxmlformats.org/drawingml/2006/main">
            <a:r>
              <a:t>Groups contain 28,421 and 4,172 enrollments. Previous attempts refer to the same module. The 16.20 percentage-point combined gap is descriptive. The analysis does not estimate the effect of each additional attempt.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OULAD_Stakeholder_Report_Illustrated_EN.docx and saved outputs in Final_OULAD_Analysis_EN(1).ipynb. Unit: student enrollment in a module presentation, not unique students. Historical descriptive associations do not establish causality.</a:t>
            </a:r>
          </a:p>
          <a:p xmlns:a="http://schemas.openxmlformats.org/drawingml/2006/main">
            <a:r>
              <a:t>The first two bars compare deprivation bands across all regions. The last two compare regional totals. They have different denominators and are not adjusted comparisons. Wales has the highest regional failure, 29.72%, despite lower deprivation concentration than North Western. Missing IMD: North Region 40.1%, Ireland 22.5%. Percentages describe project enrollments, not regional populations. Allocate support by need while assessing individuals separately. Full regional chart in appendix.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OULAD_Stakeholder_Report_Illustrated_EN.docx and saved outputs in Final_OULAD_Analysis_EN(1).ipynb. Unit: student enrollment in a module presentation, not unique students. Historical descriptive associations do not establish causality.</a:t>
            </a:r>
          </a:p>
          <a:p xmlns:a="http://schemas.openxmlformats.org/drawingml/2006/main">
            <a:r>
              <a:t>No formal qualifications n=347 and postgraduate n=313 are relatively small groups. Other factors include module mix, study load and previous attempts. Support should include academic writing, numeracy and digital skills according to individual needs.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OULAD_Stakeholder_Report_Illustrated_EN.docx and saved outputs in Final_OULAD_Analysis_EN(1).ipynb. Unit: student enrollment in a module presentation, not unique students. Historical descriptive associations do not establish causality.</a:t>
            </a:r>
          </a:p>
          <a:p xmlns:a="http://schemas.openxmlformats.org/drawingml/2006/main">
            <a:r>
              <a:t>Mean completion is calculated for each enrollment then averaged within the outcome. It differs from a pooled rate across assessment opportunities. Current eligible opportunities: 214,627. With a submission record:165,413. Without:49,214. For withdrawals, only due assessments while eligible are included.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OULAD_Stakeholder_Report_Illustrated_EN.docx and saved outputs in Final_OULAD_Analysis_EN(1).ipynb. Unit: student enrollment in a module presentation, not unique students. Historical descriptive associations do not establish causality.</a:t>
            </a:r>
          </a:p>
          <a:p xmlns:a="http://schemas.openxmlformats.org/drawingml/2006/main">
            <a:r>
              <a:t>Chart uses on-time submissions divided by eligible assessment opportunities, including opportunities without a submission. It is not a completion rate or the on-time share of actual submissions. Completion shares (failed then withdrawn):AAA63.2%/70.1%,BBB43.2%/57.4%,CCC46.2%/60.6%,DDD50.4%/61.6%,EEE34.7%/51.8%,FFF35.9%/60.5%,GGG28.3%/57.3%. Verify completeness and clarify requirements and marking criteria.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OULAD_Stakeholder_Report_Illustrated_EN.docx and saved outputs in Final_OULAD_Analysis_EN(1).ipynb. Unit: student enrollment in a module presentation, not unique students. Historical descriptive associations do not establish causality.</a:t>
            </a:r>
          </a:p>
          <a:p xmlns:a="http://schemas.openxmlformats.org/drawingml/2006/main">
            <a:r>
              <a:t>Sample 26,754 full-window eligible enrollments with interaction records. 475 eligible enrollments lack records and are excluded, not automatically treated as zero activity. Median clicks: distinction287,pass210,failure109,withdrawal144. Early withdrawals are outside this full-window comparison.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OULAD_Stakeholder_Report_Illustrated_EN.docx and saved outputs in Final_OULAD_Analysis_EN(1).ipynb. Unit: student enrollment in a module presentation, not unique students. Historical descriptive associations do not establish causality.</a:t>
            </a:r>
          </a:p>
          <a:p xmlns:a="http://schemas.openxmlformats.org/drawingml/2006/main">
            <a:r>
              <a:t>These series use PASS alone, not combined SUCCESS. In AAA, median clicks for withdrawal275 and pass279.5 are close, so volume alone is insufficient. Do not apply one click threshold across modules. Same full-window selection as the prior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OULAD_Stakeholder_Report_Illustrated_EN.docx and saved outputs in Final_OULAD_Analysis_EN(1).ipynb. Unit: student enrollment in a module presentation, not unique students. Historical descriptive associations do not establish causality.</a:t>
            </a:r>
          </a:p>
          <a:p xmlns:a="http://schemas.openxmlformats.org/drawingml/2006/main">
            <a:r>
              <a:t>Weekly samples change with eligibility and withdrawal. Means include zero-click weeks among enrollments with any interaction records. Lines describe changing groups, not fixed individual trajectories. Interpret timing with assessment calendars. Full-course charts and measured sample sizes appear in appendix.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OULAD_Stakeholder_Report_Illustrated_EN.docx and saved outputs in Final_OULAD_Analysis_EN(1).ipynb. Unit: student enrollment in a module presentation, not unique students. Historical descriptive associations do not establish causality.</a:t>
            </a:r>
          </a:p>
          <a:p xmlns:a="http://schemas.openxmlformats.org/drawingml/2006/main">
            <a:r>
              <a:t>Window0–27. High engagement: positive clicks at/above presentation median. High submission: at least80% of assessments due in window submitted by day27. n=21,533 inAAA,BBB,CCC,DDD,FFF. ExcludesEEE/GGG. Group sizes10,567,241,8,730,1,995. High-engagement/low-submission group is small. Thresholds are exploratory. Low engagement/high submission: review grades, learning quality and study methods. Both high: routine monitoring and enrichment.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OULAD_Stakeholder_Report_Illustrated_EN.docx and saved outputs in Final_OULAD_Analysis_EN(1).ipynb. Unit: student enrollment in a module presentation, not unique students. Historical descriptive associations do not establish causality.</a:t>
            </a:r>
          </a:p>
          <a:p xmlns:a="http://schemas.openxmlformats.org/drawingml/2006/main">
            <a:r>
              <a:t>Proposed responsibilities are recommendations for stakeholder agreement, not existing assigned commitments. Assess needs individually. Regional deprivation is not a diagnosis of an individual student’s needs.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OULAD_Stakeholder_Report_Illustrated_EN.docx and saved outputs in Final_OULAD_Analysis_EN(1).ipynb. Unit: student enrollment in a module presentation, not unique students. Historical descriptive associations do not establish causality.</a:t>
            </a:r>
          </a:p>
          <a:p xmlns:a="http://schemas.openxmlformats.org/drawingml/2006/main">
            <a:r>
              <a:t>52.80% is the historical whole-project baseline, not necessarily the baseline for selected pilot modules. Establish module/presentation-specific baselines for evaluation. Randomized or otherwise well-matched comparison groups strengthen assessment where feasible. No numerical improvement target or promised effect is assumed.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OULAD_Stakeholder_Report_Illustrated_EN.docx and saved outputs in Final_OULAD_Analysis_EN(1).ipynb. Unit: student enrollment in a module presentation, not unique students. Historical descriptive associations do not establish causality.</a:t>
            </a:r>
          </a:p>
          <a:p xmlns:a="http://schemas.openxmlformats.org/drawingml/2006/main">
            <a:r>
              <a:t>Original notebook cell31. Missing IMD data40.1%NorthRegion and22.5%Ireland. Full regional distributions and withdrawal/failure rates retained.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OULAD_Stakeholder_Report_Illustrated_EN.docx and saved outputs in Final_OULAD_Analysis_EN(1).ipynb. Unit: student enrollment in a module presentation, not unique students. Historical descriptive associations do not establish causality.</a:t>
            </a:r>
          </a:p>
          <a:p xmlns:a="http://schemas.openxmlformats.org/drawingml/2006/main">
            <a:r>
              <a:t>Original notebook cell143. Weekly means include full-week eligible enrollments with any interaction records, including their zero-click weeks. Do not infer fixed-person trajectories or treat the withdrawal line as zero after eligibility ceases.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b2866eabf9646d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15f8627c895484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d89d60e7bfd4ad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b5dde4671c14dc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3c2dab86b5e44c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03d533324a74e8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2D15C48-83AE-4167-AAD5-FC85C5D5BE97}"/>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6603455-DF8F-47A1-A7AD-8F0B1F058D52}"/>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7A5C6D6-39CE-4638-8FA3-4DC1B6887A9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1242524-231A-4E8C-9FBF-B9BCD944123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038387FD-FABF-45C4-850A-E839B04D0011}"/>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478A0FA-9B7A-4FB4-8DA1-6BAAB1F174D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7966FF8-1BD9-4AC0-B417-4DCA2CF32D7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657041A6-FAF1-471F-8D1E-955B0E99285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9394022-9447-45A4-A40D-3B1062F5541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D37E8EA-ECD4-45DD-92CB-EFD2E532FE8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dfa34d1f83c4062" /><Relationship Type="http://schemas.openxmlformats.org/officeDocument/2006/relationships/slideLayout" Target="/ppt/slideLayouts/slideLayout1.xml" Id="R5a78b94fe3c341ab" /><Relationship Type="http://schemas.openxmlformats.org/officeDocument/2006/relationships/slideLayout" Target="/ppt/slideLayouts/slideLayout2.xml" Id="R16d1cbbcda2b4b41" /><Relationship Type="http://schemas.openxmlformats.org/officeDocument/2006/relationships/slideLayout" Target="/ppt/slideLayouts/slideLayout3.xml" Id="R40b4a2f9436d42b9" /><Relationship Type="http://schemas.openxmlformats.org/officeDocument/2006/relationships/slideLayout" Target="/ppt/slideLayouts/slideLayout4.xml" Id="Re3639455954b444d" /><Relationship Type="http://schemas.openxmlformats.org/officeDocument/2006/relationships/slideLayout" Target="/ppt/slideLayouts/slideLayout5.xml" Id="R0c6e628c00784589" /><Relationship Type="http://schemas.openxmlformats.org/officeDocument/2006/relationships/slideLayout" Target="/ppt/slideLayouts/slideLayout6.xml" Id="R9796e504afb7496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a78b94fe3c341ab"/>
    <p:sldLayoutId xmlns:r="http://schemas.openxmlformats.org/officeDocument/2006/relationships" id="2147483650" r:id="R16d1cbbcda2b4b41"/>
    <p:sldLayoutId xmlns:r="http://schemas.openxmlformats.org/officeDocument/2006/relationships" id="2147483651" r:id="R40b4a2f9436d42b9"/>
    <p:sldLayoutId xmlns:r="http://schemas.openxmlformats.org/officeDocument/2006/relationships" id="2147483652" r:id="Re3639455954b444d"/>
    <p:sldLayoutId xmlns:r="http://schemas.openxmlformats.org/officeDocument/2006/relationships" id="2147483653" r:id="R0c6e628c00784589"/>
    <p:sldLayoutId xmlns:r="http://schemas.openxmlformats.org/officeDocument/2006/relationships" id="2147483654" r:id="R9796e504afb7496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e9b8d07a39084322" /><Relationship Type="http://schemas.openxmlformats.org/officeDocument/2006/relationships/notesSlide" Target="/ppt/notesSlides/notesSlide1.xml" Id="R513c1e156734463c"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e1587bb590cc4f36" /><Relationship Type="http://schemas.openxmlformats.org/officeDocument/2006/relationships/chart" Target="/ppt/slides/charts/chart1.xml" Id="Rb90eac6089844601" /><Relationship Type="http://schemas.openxmlformats.org/officeDocument/2006/relationships/notesSlide" Target="/ppt/notesSlides/notesSlide2.xml" Id="R8e87fe80bc884633"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30df0aa3e2374e0a" /><Relationship Type="http://schemas.openxmlformats.org/officeDocument/2006/relationships/chart" Target="/ppt/slides/charts/chart2.xml" Id="R8ba104899c934878" /><Relationship Type="http://schemas.openxmlformats.org/officeDocument/2006/relationships/notesSlide" Target="/ppt/notesSlides/notesSlide3.xml" Id="R175816abf50c40d7"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ccbc763cc4624386" /><Relationship Type="http://schemas.openxmlformats.org/officeDocument/2006/relationships/chart" Target="/ppt/slides/charts/chart3.xml" Id="R6e787a1407f447bb" /><Relationship Type="http://schemas.openxmlformats.org/officeDocument/2006/relationships/notesSlide" Target="/ppt/notesSlides/notesSlide4.xml" Id="R42cf433f409940d6"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84f0dc887932492a" /><Relationship Type="http://schemas.openxmlformats.org/officeDocument/2006/relationships/chart" Target="/ppt/slides/charts/chart4.xml" Id="R3284cfe8901c434e" /><Relationship Type="http://schemas.openxmlformats.org/officeDocument/2006/relationships/notesSlide" Target="/ppt/notesSlides/notesSlide5.xml" Id="R9c98ae9aaceb44f3"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d4cfe6cf2058459b" /><Relationship Type="http://schemas.openxmlformats.org/officeDocument/2006/relationships/chart" Target="/ppt/slides/charts/chart5.xml" Id="Rbd31a434131c467b" /><Relationship Type="http://schemas.openxmlformats.org/officeDocument/2006/relationships/notesSlide" Target="/ppt/notesSlides/notesSlide6.xml" Id="R43848796b82a48c6"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c435c99e7e3c4a9b" /><Relationship Type="http://schemas.openxmlformats.org/officeDocument/2006/relationships/chart" Target="/ppt/slides/charts/chart6.xml" Id="Rbccf8674a3e642e7" /><Relationship Type="http://schemas.openxmlformats.org/officeDocument/2006/relationships/notesSlide" Target="/ppt/notesSlides/notesSlide7.xml" Id="R3cae8121258f4014"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295e7cdaf4564ab4" /><Relationship Type="http://schemas.openxmlformats.org/officeDocument/2006/relationships/chart" Target="/ppt/slides/charts/chart7.xml" Id="Rc4c040030e194153" /><Relationship Type="http://schemas.openxmlformats.org/officeDocument/2006/relationships/notesSlide" Target="/ppt/notesSlides/notesSlide8.xml" Id="Rac586131efb44c1b"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888b00ce44c545c0" /><Relationship Type="http://schemas.openxmlformats.org/officeDocument/2006/relationships/chart" Target="/ppt/slides/charts/chart8.xml" Id="R5210b42f6d114c0e" /><Relationship Type="http://schemas.openxmlformats.org/officeDocument/2006/relationships/notesSlide" Target="/ppt/notesSlides/notesSlide9.xml" Id="R08ab2402c6054ce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345310fd1d2f4c61" /><Relationship Type="http://schemas.openxmlformats.org/officeDocument/2006/relationships/chart" Target="/ppt/slides/charts/chart9.xml" Id="R4329840a473545a8" /><Relationship Type="http://schemas.openxmlformats.org/officeDocument/2006/relationships/notesSlide" Target="/ppt/notesSlides/notesSlide10.xml" Id="Rfa4a949b61da4a8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0427329c43d14103" /><Relationship Type="http://schemas.openxmlformats.org/officeDocument/2006/relationships/chart" Target="/ppt/slides/charts/chart10.xml" Id="R4a5d7421f5684ed5" /><Relationship Type="http://schemas.openxmlformats.org/officeDocument/2006/relationships/notesSlide" Target="/ppt/notesSlides/notesSlide11.xml" Id="Rc97bffc0b97c426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8985841ea94c4e06" /><Relationship Type="http://schemas.openxmlformats.org/officeDocument/2006/relationships/chart" Target="/ppt/slides/charts/chart11.xml" Id="R10e0dd2d28774311" /><Relationship Type="http://schemas.openxmlformats.org/officeDocument/2006/relationships/notesSlide" Target="/ppt/notesSlides/notesSlide12.xml" Id="Rb401b71c06924ba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27e637ccd241494d" /><Relationship Type="http://schemas.openxmlformats.org/officeDocument/2006/relationships/chart" Target="/ppt/slides/charts/chart12.xml" Id="Ra772e3c448564003" /><Relationship Type="http://schemas.openxmlformats.org/officeDocument/2006/relationships/notesSlide" Target="/ppt/notesSlides/notesSlide13.xml" Id="R2a0291efcfb147e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579b21f2bcbd4dc2" /><Relationship Type="http://schemas.openxmlformats.org/officeDocument/2006/relationships/chart" Target="/ppt/slides/charts/chart13.xml" Id="R22cbfac1c91e477c" /><Relationship Type="http://schemas.openxmlformats.org/officeDocument/2006/relationships/notesSlide" Target="/ppt/notesSlides/notesSlide14.xml" Id="R1f648fc6808d45ee"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2f3ccfb570c646ce" /><Relationship Type="http://schemas.openxmlformats.org/officeDocument/2006/relationships/chart" Target="/ppt/slides/charts/chart14.xml" Id="Rff19ada4bba94de1" /><Relationship Type="http://schemas.openxmlformats.org/officeDocument/2006/relationships/notesSlide" Target="/ppt/notesSlides/notesSlide15.xml" Id="Rf19b09523d884664"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6738ed9f78914d54" /><Relationship Type="http://schemas.openxmlformats.org/officeDocument/2006/relationships/notesSlide" Target="/ppt/notesSlides/notesSlide16.xml" Id="R2b2bcacb3f45494f"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747d8c5b5af8483e" /><Relationship Type="http://schemas.openxmlformats.org/officeDocument/2006/relationships/notesSlide" Target="/ppt/notesSlides/notesSlide17.xml" Id="Rcfd88e478b6345c0"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811a9ef49ba34f69" /><Relationship Type="http://schemas.openxmlformats.org/officeDocument/2006/relationships/image" Target="/ppt/media/image.png" Id="R18fd2e5c468e468c" /><Relationship Type="http://schemas.openxmlformats.org/officeDocument/2006/relationships/notesSlide" Target="/ppt/notesSlides/notesSlide18.xml" Id="R509b33e6c9194826"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2034415b8c7a4e01" /><Relationship Type="http://schemas.openxmlformats.org/officeDocument/2006/relationships/image" Target="/ppt/media/image2.png" Id="R805bdd7a16764c6b" /><Relationship Type="http://schemas.openxmlformats.org/officeDocument/2006/relationships/notesSlide" Target="/ppt/notesSlides/notesSlide19.xml" Id="R37a214e61abc453d"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_rels/chart7.xml.rels><Relationships xmlns="http://schemas.openxmlformats.org/package/2006/relationships"><Relationship Id="rIdChartSnapshot1" Type="http://schemas.openxmlformats.org/officeDocument/2006/relationships/package" Target="../../embeddings/chart-data-snapshot-007.xlsx"/></Relationships>
</file>

<file path=ppt/slides/charts/_rels/chart8.xml.rels><Relationships xmlns="http://schemas.openxmlformats.org/package/2006/relationships"><Relationship Id="rIdChartSnapshot1" Type="http://schemas.openxmlformats.org/officeDocument/2006/relationships/package" Target="../../embeddings/chart-data-snapshot-008.xlsx"/></Relationships>
</file>

<file path=ppt/slides/charts/_rels/chart9.xml.rels><Relationships xmlns="http://schemas.openxmlformats.org/package/2006/relationships"><Relationship Id="rIdChartSnapshot1" Type="http://schemas.openxmlformats.org/officeDocument/2006/relationships/package" Target="../../embeddings/chart-data-snapshot-009.xlsx"/></Relationships>
</file>

<file path=ppt/slides/charts/_rels/chart10.xml.rels><Relationships xmlns="http://schemas.openxmlformats.org/package/2006/relationships"><Relationship Id="rIdChartSnapshot1" Type="http://schemas.openxmlformats.org/officeDocument/2006/relationships/package" Target="../../embeddings/chart-data-snapshot-010.xlsx"/></Relationships>
</file>

<file path=ppt/slides/charts/_rels/chart11.xml.rels><Relationships xmlns="http://schemas.openxmlformats.org/package/2006/relationships"><Relationship Id="rIdChartSnapshot1" Type="http://schemas.openxmlformats.org/officeDocument/2006/relationships/package" Target="../../embeddings/chart-data-snapshot-011.xlsx"/></Relationships>
</file>

<file path=ppt/slides/charts/_rels/chart12.xml.rels><Relationships xmlns="http://schemas.openxmlformats.org/package/2006/relationships"><Relationship Id="rIdChartSnapshot1" Type="http://schemas.openxmlformats.org/officeDocument/2006/relationships/package" Target="../../embeddings/chart-data-snapshot-012.xlsx"/></Relationships>
</file>

<file path=ppt/slides/charts/_rels/chart13.xml.rels><Relationships xmlns="http://schemas.openxmlformats.org/package/2006/relationships"><Relationship Id="rIdChartSnapshot1" Type="http://schemas.openxmlformats.org/officeDocument/2006/relationships/package" Target="../../embeddings/chart-data-snapshot-013.xlsx"/></Relationships>
</file>

<file path=ppt/slides/charts/_rels/chart14.xml.rels><Relationships xmlns="http://schemas.openxmlformats.org/package/2006/relationships"><Relationship Id="rIdChartSnapshot1" Type="http://schemas.openxmlformats.org/officeDocument/2006/relationships/package" Target="../../embeddings/chart-data-snapshot-014.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Share of enrollments</c:v>
          </c:tx>
          <c:spPr>
            <a:solidFill xmlns:a="http://schemas.openxmlformats.org/drawingml/2006/main">
              <a:srgbClr val="177E82"/>
            </a:solidFill>
          </c:spPr>
          <c:invertIfNegative val="0"/>
          <c:dPt>
            <c:idx val="0"/>
            <c:invertIfNegative val="0"/>
            <c:spPr>
              <a:solidFill xmlns:a="http://schemas.openxmlformats.org/drawingml/2006/main">
                <a:srgbClr val="177E82"/>
              </a:solidFill>
            </c:spPr>
          </c:dPt>
          <c:dPt>
            <c:idx val="1"/>
            <c:invertIfNegative val="0"/>
            <c:spPr>
              <a:solidFill xmlns:a="http://schemas.openxmlformats.org/drawingml/2006/main">
                <a:srgbClr val="D6A23C"/>
              </a:solidFill>
            </c:spPr>
          </c:dPt>
          <c:dPt>
            <c:idx val="2"/>
            <c:invertIfNegative val="0"/>
            <c:spPr>
              <a:solidFill xmlns:a="http://schemas.openxmlformats.org/drawingml/2006/main">
                <a:srgbClr val="D45E50"/>
              </a:solidFill>
            </c:spPr>
          </c:dPt>
          <c:cat>
            <c:strRef>
              <c:f>'Chart Data'!$A$2:$A$4</c:f>
              <c:strCache>
                <c:ptCount val="3"/>
                <c:pt idx="0">
                  <c:v>Success</c:v>
                </c:pt>
                <c:pt idx="1">
                  <c:v>Withdrawal</c:v>
                </c:pt>
                <c:pt idx="2">
                  <c:v>Failure</c:v>
                </c:pt>
              </c:strCache>
            </c:strRef>
          </c:cat>
          <c:val>
            <c:numRef>
              <c:f>'Chart Data'!$B$2:$B$4</c:f>
              <c:numCache>
                <c:formatCode>0%</c:formatCode>
                <c:ptCount val="3"/>
                <c:pt idx="0">
                  <c:v>0.472</c:v>
                </c:pt>
                <c:pt idx="1">
                  <c:v>0.3116</c:v>
                </c:pt>
                <c:pt idx="2">
                  <c:v>0.2164</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350">
                  <a:solidFill>
                    <a:srgbClr val="132D40"/>
                  </a:solidFill>
                  <a:latin typeface="DejaVu Sans"/>
                  <a:ea typeface="DejaVu Sans"/>
                  <a:cs typeface="DejaVu Sans"/>
                </a:defRPr>
              </a:pPr>
            </a:p>
          </c:txPr>
          <c:dLblPos val="outEnd"/>
          <c:showLegendKey val="0"/>
          <c:showVal val="1"/>
          <c:showCatName val="0"/>
          <c:showSerName val="0"/>
          <c:showPercent val="0"/>
          <c:showBubbleSize val="0"/>
          <c:showLeaderLines val="0"/>
        </c:dLbls>
        <c:gapWidth val="95"/>
        <c:overlap val="0"/>
        <c:axId val="48650112"/>
        <c:axId val="48672768"/>
      </c:barChart>
      <c:catAx>
        <c:axId val="48650112"/>
        <c:scaling>
          <c:orientation val="minMax"/>
        </c:scaling>
        <c:delete val="0"/>
        <c:axPos val="b"/>
        <c:numFmt formatCode="General"/>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1350">
                <a:solidFill>
                  <a:srgbClr val="132D40"/>
                </a:solidFill>
                <a:latin typeface="DejaVu Sans"/>
                <a:ea typeface="DejaVu Sans"/>
                <a:cs typeface="DejaVu Sans"/>
              </a:defRPr>
            </a:pPr>
          </a:p>
        </c:txPr>
        <c:crossAx val="48672768"/>
      </c:catAx>
      <c:valAx>
        <c:axId val="48672768"/>
        <c:scaling>
          <c:orientation val="minMax"/>
          <c:max val="0.6"/>
          <c:min val="0"/>
        </c:scaling>
        <c:delete val="0"/>
        <c:axPos val="l"/>
        <c:majorGridlines>
          <c:spPr>
            <a:ln xmlns:a="http://schemas.openxmlformats.org/drawingml/2006/main" w="9525">
              <a:solidFill>
                <a:srgbClr val="E4EAEE"/>
              </a:solidFill>
              <a:prstDash val="solid"/>
            </a:ln>
          </c:spPr>
        </c:majorGridlines>
        <c:numFmt formatCode="0%"/>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1200">
                <a:solidFill>
                  <a:srgbClr val="526577"/>
                </a:solidFill>
                <a:latin typeface="DejaVu Sans"/>
                <a:ea typeface="DejaVu Sans"/>
                <a:cs typeface="DejaVu Sans"/>
              </a:defRPr>
            </a:pPr>
          </a:p>
        </c:txPr>
        <c:crossAx val="48650112"/>
        <c:crossBetween val="between"/>
      </c:valAx>
      <c:spPr>
        <a:solidFill xmlns:a="http://schemas.openxmlformats.org/drawingml/2006/main">
          <a:srgbClr val="FFFFFF"/>
        </a:solidFill>
        <a:ln xmlns:a="http://schemas.openxmlformats.org/drawingml/2006/main" w="0">
          <a:noFill/>
          <a:prstDash val="solid"/>
        </a:ln>
      </c:spPr>
    </c:plotArea>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stacked"/>
        <c:varyColors val="0"/>
        <c:ser>
          <c:idx val="0"/>
          <c:order val="0"/>
          <c:tx>
            <c:v>Withdrawal</c:v>
          </c:tx>
          <c:spPr>
            <a:solidFill xmlns:a="http://schemas.openxmlformats.org/drawingml/2006/main">
              <a:srgbClr val="D6A23C"/>
            </a:solidFill>
          </c:spPr>
          <c:invertIfNegative val="0"/>
          <c:cat>
            <c:strRef>
              <c:f>'Chart Data'!$A$2:$A$8</c:f>
              <c:strCache>
                <c:ptCount val="7"/>
                <c:pt idx="0">
                  <c:v>CCC</c:v>
                </c:pt>
                <c:pt idx="1">
                  <c:v>DDD</c:v>
                </c:pt>
                <c:pt idx="2">
                  <c:v>FFF</c:v>
                </c:pt>
                <c:pt idx="3">
                  <c:v>BBB</c:v>
                </c:pt>
                <c:pt idx="4">
                  <c:v>EEE</c:v>
                </c:pt>
                <c:pt idx="5">
                  <c:v>GGG</c:v>
                </c:pt>
                <c:pt idx="6">
                  <c:v>AAA</c:v>
                </c:pt>
              </c:strCache>
            </c:strRef>
          </c:cat>
          <c:val>
            <c:numRef>
              <c:f>'Chart Data'!$B$2:$B$8</c:f>
              <c:numCache>
                <c:formatCode>0.00%</c:formatCode>
                <c:ptCount val="7"/>
                <c:pt idx="0">
                  <c:v>0.4454</c:v>
                </c:pt>
                <c:pt idx="1">
                  <c:v>0.3587</c:v>
                </c:pt>
                <c:pt idx="2">
                  <c:v>0.3096</c:v>
                </c:pt>
                <c:pt idx="3">
                  <c:v>0.3019</c:v>
                </c:pt>
                <c:pt idx="4">
                  <c:v>0.2461</c:v>
                </c:pt>
                <c:pt idx="5">
                  <c:v>0.1152</c:v>
                </c:pt>
                <c:pt idx="6">
                  <c:v>0.1684</c:v>
                </c:pt>
              </c:numCache>
            </c:numRef>
          </c:val>
        </c:ser>
        <c:ser>
          <c:idx val="1"/>
          <c:order val="1"/>
          <c:tx>
            <c:v>Failure</c:v>
          </c:tx>
          <c:spPr>
            <a:solidFill xmlns:a="http://schemas.openxmlformats.org/drawingml/2006/main">
              <a:srgbClr val="D45E50"/>
            </a:solidFill>
          </c:spPr>
          <c:invertIfNegative val="0"/>
          <c:cat>
            <c:strRef>
              <c:f>'Chart Data'!$C$2:$C$8</c:f>
              <c:strCache>
                <c:ptCount val="7"/>
                <c:pt idx="0">
                  <c:v>CCC</c:v>
                </c:pt>
                <c:pt idx="1">
                  <c:v>DDD</c:v>
                </c:pt>
                <c:pt idx="2">
                  <c:v>FFF</c:v>
                </c:pt>
                <c:pt idx="3">
                  <c:v>BBB</c:v>
                </c:pt>
                <c:pt idx="4">
                  <c:v>EEE</c:v>
                </c:pt>
                <c:pt idx="5">
                  <c:v>GGG</c:v>
                </c:pt>
                <c:pt idx="6">
                  <c:v>AAA</c:v>
                </c:pt>
              </c:strCache>
            </c:strRef>
          </c:cat>
          <c:val>
            <c:numRef>
              <c:f>'Chart Data'!$D$2:$D$8</c:f>
              <c:numCache>
                <c:formatCode>0.00%</c:formatCode>
                <c:ptCount val="7"/>
                <c:pt idx="0">
                  <c:v>0.1761</c:v>
                </c:pt>
                <c:pt idx="1">
                  <c:v>0.2251</c:v>
                </c:pt>
                <c:pt idx="2">
                  <c:v>0.2204</c:v>
                </c:pt>
                <c:pt idx="3">
                  <c:v>0.2234</c:v>
                </c:pt>
                <c:pt idx="4">
                  <c:v>0.1915</c:v>
                </c:pt>
                <c:pt idx="5">
                  <c:v>0.2873</c:v>
                </c:pt>
                <c:pt idx="6">
                  <c:v>0.1217</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350">
                  <a:solidFill>
                    <a:srgbClr val="132D40"/>
                  </a:solidFill>
                  <a:latin typeface="DejaVu Sans"/>
                  <a:ea typeface="DejaVu Sans"/>
                  <a:cs typeface="DejaVu Sans"/>
                </a:defRPr>
              </a:pPr>
            </a:p>
          </c:txPr>
          <c:dLblPos val="ctr"/>
          <c:showLegendKey val="0"/>
          <c:showVal val="1"/>
          <c:showCatName val="0"/>
          <c:showSerName val="0"/>
          <c:showPercent val="0"/>
          <c:showBubbleSize val="0"/>
          <c:showLeaderLines val="0"/>
        </c:dLbls>
        <c:gapWidth val="95"/>
        <c:overlap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1350">
                <a:solidFill>
                  <a:srgbClr val="132D40"/>
                </a:solidFill>
                <a:latin typeface="DejaVu Sans"/>
                <a:ea typeface="DejaVu Sans"/>
                <a:cs typeface="DejaVu Sans"/>
              </a:defRPr>
            </a:pPr>
          </a:p>
        </c:txPr>
        <c:crossAx val="48672768"/>
      </c:catAx>
      <c:valAx>
        <c:axId val="48672768"/>
        <c:scaling>
          <c:orientation val="minMax"/>
          <c:max val="0.7"/>
          <c:min val="0"/>
        </c:scaling>
        <c:delete val="0"/>
        <c:axPos val="l"/>
        <c:majorGridlines>
          <c:spPr>
            <a:ln xmlns:a="http://schemas.openxmlformats.org/drawingml/2006/main" w="9525">
              <a:solidFill>
                <a:srgbClr val="E4EAEE"/>
              </a:solidFill>
              <a:prstDash val="solid"/>
            </a:ln>
          </c:spPr>
        </c:majorGridlines>
        <c:numFmt formatCode="0%"/>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1200">
                <a:solidFill>
                  <a:srgbClr val="526577"/>
                </a:solidFill>
                <a:latin typeface="DejaVu Sans"/>
                <a:ea typeface="DejaVu Sans"/>
                <a:cs typeface="DejaVu Sans"/>
              </a:defRPr>
            </a:pPr>
          </a:p>
        </c:txPr>
        <c:crossAx val="48650112"/>
        <c:crossBetween val="between"/>
      </c:valAx>
      <c:spPr>
        <a:solidFill xmlns:a="http://schemas.openxmlformats.org/drawingml/2006/main">
          <a:srgbClr val="FFFFFF"/>
        </a:solidFill>
        <a:ln xmlns:a="http://schemas.openxmlformats.org/drawingml/2006/main" w="0">
          <a:no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1350">
              <a:solidFill>
                <a:srgbClr val="526577"/>
              </a:solidFill>
              <a:latin typeface="DejaVu Sans"/>
              <a:ea typeface="DejaVu Sans"/>
              <a:cs typeface="DejaVu Sans"/>
            </a:defRPr>
          </a:pPr>
        </a:p>
      </c:txPr>
    </c:legend>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Share of withdrawals</c:v>
          </c:tx>
          <c:spPr>
            <a:solidFill xmlns:a="http://schemas.openxmlformats.org/drawingml/2006/main">
              <a:srgbClr val="D6A23C"/>
            </a:solidFill>
          </c:spPr>
          <c:invertIfNegative val="0"/>
          <c:cat>
            <c:strRef>
              <c:f>'Chart Data'!$A$2:$A$5</c:f>
              <c:strCache>
                <c:ptCount val="4"/>
                <c:pt idx="0">
                  <c:v>Before start</c:v>
                </c:pt>
                <c:pt idx="1">
                  <c:v>Days 0–27</c:v>
                </c:pt>
                <c:pt idx="2">
                  <c:v>Day 28 onward</c:v>
                </c:pt>
                <c:pt idx="3">
                  <c:v>Unknown day</c:v>
                </c:pt>
              </c:strCache>
            </c:strRef>
          </c:cat>
          <c:val>
            <c:numRef>
              <c:f>'Chart Data'!$B$2:$B$5</c:f>
              <c:numCache>
                <c:formatCode>0%</c:formatCode>
                <c:ptCount val="4"/>
                <c:pt idx="0">
                  <c:v>0.2635</c:v>
                </c:pt>
                <c:pt idx="1">
                  <c:v>0.232</c:v>
                </c:pt>
                <c:pt idx="2">
                  <c:v>0.4954</c:v>
                </c:pt>
                <c:pt idx="3">
                  <c:v>0.0092</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350">
                  <a:solidFill>
                    <a:srgbClr val="132D40"/>
                  </a:solidFill>
                  <a:latin typeface="DejaVu Sans"/>
                  <a:ea typeface="DejaVu Sans"/>
                  <a:cs typeface="DejaVu Sans"/>
                </a:defRPr>
              </a:pPr>
            </a:p>
          </c:txPr>
          <c:dLblPos val="outEnd"/>
          <c:showLegendKey val="0"/>
          <c:showVal val="1"/>
          <c:showCatName val="0"/>
          <c:showSerName val="0"/>
          <c:showPercent val="0"/>
          <c:showBubbleSize val="0"/>
          <c:showLeaderLines val="0"/>
        </c:dLbls>
        <c:gapWidth val="95"/>
        <c:overlap val="0"/>
        <c:axId val="48650112"/>
        <c:axId val="48672768"/>
      </c:barChart>
      <c:catAx>
        <c:axId val="48650112"/>
        <c:scaling>
          <c:orientation val="minMax"/>
        </c:scaling>
        <c:delete val="0"/>
        <c:axPos val="b"/>
        <c:numFmt formatCode="General"/>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1350">
                <a:solidFill>
                  <a:srgbClr val="132D40"/>
                </a:solidFill>
                <a:latin typeface="DejaVu Sans"/>
                <a:ea typeface="DejaVu Sans"/>
                <a:cs typeface="DejaVu Sans"/>
              </a:defRPr>
            </a:pPr>
          </a:p>
        </c:txPr>
        <c:crossAx val="48672768"/>
      </c:catAx>
      <c:valAx>
        <c:axId val="48672768"/>
        <c:scaling>
          <c:orientation val="minMax"/>
          <c:max val="0.6"/>
          <c:min val="0"/>
        </c:scaling>
        <c:delete val="0"/>
        <c:axPos val="l"/>
        <c:majorGridlines>
          <c:spPr>
            <a:ln xmlns:a="http://schemas.openxmlformats.org/drawingml/2006/main" w="9525">
              <a:solidFill>
                <a:srgbClr val="E4EAEE"/>
              </a:solidFill>
              <a:prstDash val="solid"/>
            </a:ln>
          </c:spPr>
        </c:majorGridlines>
        <c:numFmt formatCode="0%"/>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1200">
                <a:solidFill>
                  <a:srgbClr val="526577"/>
                </a:solidFill>
                <a:latin typeface="DejaVu Sans"/>
                <a:ea typeface="DejaVu Sans"/>
                <a:cs typeface="DejaVu Sans"/>
              </a:defRPr>
            </a:pPr>
          </a:p>
        </c:txPr>
        <c:crossAx val="48650112"/>
        <c:crossBetween val="between"/>
      </c:valAx>
      <c:spPr>
        <a:solidFill xmlns:a="http://schemas.openxmlformats.org/drawingml/2006/main">
          <a:srgbClr val="FFFFFF"/>
        </a:solidFill>
        <a:ln xmlns:a="http://schemas.openxmlformats.org/drawingml/2006/main" w="0">
          <a:noFill/>
          <a:prstDash val="solid"/>
        </a:ln>
      </c:spPr>
    </c:plotArea>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Success</c:v>
          </c:tx>
          <c:spPr>
            <a:solidFill xmlns:a="http://schemas.openxmlformats.org/drawingml/2006/main">
              <a:srgbClr val="177E82"/>
            </a:solidFill>
          </c:spPr>
          <c:invertIfNegative val="0"/>
          <c:cat>
            <c:strRef>
              <c:f>'Chart Data'!$A$2:$A$4</c:f>
              <c:strCache>
                <c:ptCount val="3"/>
                <c:pt idx="0">
                  <c:v>1–60 credits</c:v>
                </c:pt>
                <c:pt idx="1">
                  <c:v>61–120 credits</c:v>
                </c:pt>
                <c:pt idx="2">
                  <c:v>Above 120 credits</c:v>
                </c:pt>
              </c:strCache>
            </c:strRef>
          </c:cat>
          <c:val>
            <c:numRef>
              <c:f>'Chart Data'!$B$2:$B$4</c:f>
              <c:numCache>
                <c:formatCode>0.00%</c:formatCode>
                <c:ptCount val="3"/>
                <c:pt idx="0">
                  <c:v>0.518</c:v>
                </c:pt>
                <c:pt idx="1">
                  <c:v>0.4142</c:v>
                </c:pt>
                <c:pt idx="2">
                  <c:v>0.3036</c:v>
                </c:pt>
              </c:numCache>
            </c:numRef>
          </c:val>
        </c:ser>
        <c:ser>
          <c:idx val="1"/>
          <c:order val="1"/>
          <c:tx>
            <c:v>Failure</c:v>
          </c:tx>
          <c:spPr>
            <a:solidFill xmlns:a="http://schemas.openxmlformats.org/drawingml/2006/main">
              <a:srgbClr val="D45E50"/>
            </a:solidFill>
          </c:spPr>
          <c:invertIfNegative val="0"/>
          <c:dLbls>
            <c:numFmt formatCode="0.0%" sourceLinked="0"/>
            <c:txPr>
              <a:bodyPr xmlns:a="http://schemas.openxmlformats.org/drawingml/2006/main" anchorCtr="1"/>
              <a:lstStyle xmlns:a="http://schemas.openxmlformats.org/drawingml/2006/main"/>
              <a:p xmlns:a="http://schemas.openxmlformats.org/drawingml/2006/main">
                <a:pPr>
                  <a:defRPr sz="1350">
                    <a:solidFill>
                      <a:srgbClr val="132D40"/>
                    </a:solidFill>
                    <a:latin typeface="DejaVu Sans"/>
                    <a:ea typeface="DejaVu Sans"/>
                    <a:cs typeface="DejaVu Sans"/>
                  </a:defRPr>
                </a:pPr>
              </a:p>
            </c:txPr>
            <c:dLblPos val="ctr"/>
            <c:showLegendKey val="0"/>
            <c:showVal val="1"/>
            <c:showCatName val="0"/>
            <c:showSerName val="0"/>
            <c:showPercent val="0"/>
            <c:showBubbleSize val="0"/>
            <c:showLeaderLines val="0"/>
          </c:dLbls>
          <c:cat>
            <c:strRef>
              <c:f>'Chart Data'!$C$2:$C$4</c:f>
              <c:strCache>
                <c:ptCount val="3"/>
                <c:pt idx="0">
                  <c:v>1–60 credits</c:v>
                </c:pt>
                <c:pt idx="1">
                  <c:v>61–120 credits</c:v>
                </c:pt>
                <c:pt idx="2">
                  <c:v>Above 120 credits</c:v>
                </c:pt>
              </c:strCache>
            </c:strRef>
          </c:cat>
          <c:val>
            <c:numRef>
              <c:f>'Chart Data'!$D$2:$D$4</c:f>
              <c:numCache>
                <c:formatCode>0.00%</c:formatCode>
                <c:ptCount val="3"/>
                <c:pt idx="0">
                  <c:v>0.2285</c:v>
                </c:pt>
                <c:pt idx="1">
                  <c:v>0.1984</c:v>
                </c:pt>
                <c:pt idx="2">
                  <c:v>0.1835</c:v>
                </c:pt>
              </c:numCache>
            </c:numRef>
          </c:val>
        </c:ser>
        <c:ser>
          <c:idx val="2"/>
          <c:order val="2"/>
          <c:tx>
            <c:v>Withdrawal</c:v>
          </c:tx>
          <c:spPr>
            <a:solidFill xmlns:a="http://schemas.openxmlformats.org/drawingml/2006/main">
              <a:srgbClr val="D6A23C"/>
            </a:solidFill>
          </c:spPr>
          <c:invertIfNegative val="0"/>
          <c:cat>
            <c:strRef>
              <c:f>'Chart Data'!$E$2:$E$4</c:f>
              <c:strCache>
                <c:ptCount val="3"/>
                <c:pt idx="0">
                  <c:v>1–60 credits</c:v>
                </c:pt>
                <c:pt idx="1">
                  <c:v>61–120 credits</c:v>
                </c:pt>
                <c:pt idx="2">
                  <c:v>Above 120 credits</c:v>
                </c:pt>
              </c:strCache>
            </c:strRef>
          </c:cat>
          <c:val>
            <c:numRef>
              <c:f>'Chart Data'!$F$2:$F$4</c:f>
              <c:numCache>
                <c:formatCode>0.00%</c:formatCode>
                <c:ptCount val="3"/>
                <c:pt idx="0">
                  <c:v>0.2535</c:v>
                </c:pt>
                <c:pt idx="1">
                  <c:v>0.3875</c:v>
                </c:pt>
                <c:pt idx="2">
                  <c:v>0.5129</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350">
                  <a:solidFill>
                    <a:srgbClr val="132D40"/>
                  </a:solidFill>
                  <a:latin typeface="DejaVu Sans"/>
                  <a:ea typeface="DejaVu Sans"/>
                  <a:cs typeface="DejaVu Sans"/>
                </a:defRPr>
              </a:pPr>
            </a:p>
          </c:txPr>
          <c:dLblPos val="outEnd"/>
          <c:showLegendKey val="0"/>
          <c:showVal val="1"/>
          <c:showCatName val="0"/>
          <c:showSerName val="0"/>
          <c:showPercent val="0"/>
          <c:showBubbleSize val="0"/>
          <c:showLeaderLines val="0"/>
        </c:dLbls>
        <c:gapWidth val="95"/>
        <c:overlap val="0"/>
        <c:axId val="48650112"/>
        <c:axId val="48672768"/>
      </c:barChart>
      <c:catAx>
        <c:axId val="48650112"/>
        <c:scaling>
          <c:orientation val="minMax"/>
        </c:scaling>
        <c:delete val="0"/>
        <c:axPos val="b"/>
        <c:numFmt formatCode="General"/>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1350">
                <a:solidFill>
                  <a:srgbClr val="132D40"/>
                </a:solidFill>
                <a:latin typeface="DejaVu Sans"/>
                <a:ea typeface="DejaVu Sans"/>
                <a:cs typeface="DejaVu Sans"/>
              </a:defRPr>
            </a:pPr>
          </a:p>
        </c:txPr>
        <c:crossAx val="48672768"/>
      </c:catAx>
      <c:valAx>
        <c:axId val="48672768"/>
        <c:scaling>
          <c:orientation val="minMax"/>
          <c:max val="0.7"/>
          <c:min val="0"/>
        </c:scaling>
        <c:delete val="0"/>
        <c:axPos val="l"/>
        <c:majorGridlines>
          <c:spPr>
            <a:ln xmlns:a="http://schemas.openxmlformats.org/drawingml/2006/main" w="9525">
              <a:solidFill>
                <a:srgbClr val="E4EAEE"/>
              </a:solidFill>
              <a:prstDash val="solid"/>
            </a:ln>
          </c:spPr>
        </c:majorGridlines>
        <c:numFmt formatCode="0%"/>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1200">
                <a:solidFill>
                  <a:srgbClr val="526577"/>
                </a:solidFill>
                <a:latin typeface="DejaVu Sans"/>
                <a:ea typeface="DejaVu Sans"/>
                <a:cs typeface="DejaVu Sans"/>
              </a:defRPr>
            </a:pPr>
          </a:p>
        </c:txPr>
        <c:crossAx val="48650112"/>
        <c:crossBetween val="between"/>
      </c:valAx>
      <c:spPr>
        <a:solidFill xmlns:a="http://schemas.openxmlformats.org/drawingml/2006/main">
          <a:srgbClr val="FFFFFF"/>
        </a:solidFill>
        <a:ln xmlns:a="http://schemas.openxmlformats.org/drawingml/2006/main" w="0">
          <a:no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1350">
              <a:solidFill>
                <a:srgbClr val="526577"/>
              </a:solidFill>
              <a:latin typeface="DejaVu Sans"/>
              <a:ea typeface="DejaVu Sans"/>
              <a:cs typeface="DejaVu Sans"/>
            </a:defRPr>
          </a:pPr>
        </a:p>
      </c:txPr>
    </c:legend>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1–60 credits</c:v>
          </c:tx>
          <c:spPr>
            <a:solidFill xmlns:a="http://schemas.openxmlformats.org/drawingml/2006/main">
              <a:srgbClr val="177E82"/>
            </a:solidFill>
          </c:spPr>
          <c:invertIfNegative val="0"/>
          <c:cat>
            <c:strRef>
              <c:f>'Chart Data'!$A$2:$A$8</c:f>
              <c:strCache>
                <c:ptCount val="7"/>
                <c:pt idx="0">
                  <c:v>AAA</c:v>
                </c:pt>
                <c:pt idx="1">
                  <c:v>BBB</c:v>
                </c:pt>
                <c:pt idx="2">
                  <c:v>CCC</c:v>
                </c:pt>
                <c:pt idx="3">
                  <c:v>DDD</c:v>
                </c:pt>
                <c:pt idx="4">
                  <c:v>EEE</c:v>
                </c:pt>
                <c:pt idx="5">
                  <c:v>FFF</c:v>
                </c:pt>
                <c:pt idx="6">
                  <c:v>GGG</c:v>
                </c:pt>
              </c:strCache>
            </c:strRef>
          </c:cat>
          <c:val>
            <c:numRef>
              <c:f>'Chart Data'!$B$2:$B$8</c:f>
              <c:numCache>
                <c:formatCode>0.00%</c:formatCode>
                <c:ptCount val="7"/>
                <c:pt idx="0">
                  <c:v>0.1327</c:v>
                </c:pt>
                <c:pt idx="1">
                  <c:v>0.2648</c:v>
                </c:pt>
                <c:pt idx="2">
                  <c:v>0.3722</c:v>
                </c:pt>
                <c:pt idx="3">
                  <c:v>0.2859</c:v>
                </c:pt>
                <c:pt idx="4">
                  <c:v>0.2113</c:v>
                </c:pt>
                <c:pt idx="5">
                  <c:v>0.2578</c:v>
                </c:pt>
                <c:pt idx="6">
                  <c:v>0.111</c:v>
                </c:pt>
              </c:numCache>
            </c:numRef>
          </c:val>
        </c:ser>
        <c:ser>
          <c:idx val="1"/>
          <c:order val="1"/>
          <c:tx>
            <c:v>61–120 credits</c:v>
          </c:tx>
          <c:spPr>
            <a:solidFill xmlns:a="http://schemas.openxmlformats.org/drawingml/2006/main">
              <a:srgbClr val="D6A23C"/>
            </a:solidFill>
          </c:spPr>
          <c:invertIfNegative val="0"/>
          <c:dLbls>
            <c:numFmt formatCode="0.0%" sourceLinked="0"/>
            <c:txPr>
              <a:bodyPr xmlns:a="http://schemas.openxmlformats.org/drawingml/2006/main" anchorCtr="1"/>
              <a:lstStyle xmlns:a="http://schemas.openxmlformats.org/drawingml/2006/main"/>
              <a:p xmlns:a="http://schemas.openxmlformats.org/drawingml/2006/main">
                <a:pPr>
                  <a:defRPr sz="1125">
                    <a:solidFill>
                      <a:srgbClr val="132D40"/>
                    </a:solidFill>
                    <a:latin typeface="DejaVu Sans"/>
                    <a:ea typeface="DejaVu Sans"/>
                    <a:cs typeface="DejaVu Sans"/>
                  </a:defRPr>
                </a:pPr>
              </a:p>
            </c:txPr>
            <c:dLblPos val="ctr"/>
            <c:showLegendKey val="0"/>
            <c:showVal val="1"/>
            <c:showCatName val="0"/>
            <c:showSerName val="0"/>
            <c:showPercent val="0"/>
            <c:showBubbleSize val="0"/>
            <c:showLeaderLines val="0"/>
          </c:dLbls>
          <c:cat>
            <c:strRef>
              <c:f>'Chart Data'!$C$2:$C$8</c:f>
              <c:strCache>
                <c:ptCount val="7"/>
                <c:pt idx="0">
                  <c:v>AAA</c:v>
                </c:pt>
                <c:pt idx="1">
                  <c:v>BBB</c:v>
                </c:pt>
                <c:pt idx="2">
                  <c:v>CCC</c:v>
                </c:pt>
                <c:pt idx="3">
                  <c:v>DDD</c:v>
                </c:pt>
                <c:pt idx="4">
                  <c:v>EEE</c:v>
                </c:pt>
                <c:pt idx="5">
                  <c:v>FFF</c:v>
                </c:pt>
                <c:pt idx="6">
                  <c:v>GGG</c:v>
                </c:pt>
              </c:strCache>
            </c:strRef>
          </c:cat>
          <c:val>
            <c:numRef>
              <c:f>'Chart Data'!$D$2:$D$8</c:f>
              <c:numCache>
                <c:formatCode>0.00%</c:formatCode>
                <c:ptCount val="7"/>
                <c:pt idx="0">
                  <c:v>0.2222</c:v>
                </c:pt>
                <c:pt idx="1">
                  <c:v>0.3496</c:v>
                </c:pt>
                <c:pt idx="2">
                  <c:v>0.5341</c:v>
                </c:pt>
                <c:pt idx="3">
                  <c:v>0.4241</c:v>
                </c:pt>
                <c:pt idx="4">
                  <c:v>0.3588</c:v>
                </c:pt>
                <c:pt idx="5">
                  <c:v>0.3393</c:v>
                </c:pt>
                <c:pt idx="6">
                  <c:v>0.2111</c:v>
                </c:pt>
              </c:numCache>
            </c:numRef>
          </c:val>
        </c:ser>
        <c:ser>
          <c:idx val="2"/>
          <c:order val="2"/>
          <c:tx>
            <c:v>Above 120 credits</c:v>
          </c:tx>
          <c:spPr>
            <a:solidFill xmlns:a="http://schemas.openxmlformats.org/drawingml/2006/main">
              <a:srgbClr val="D45E50"/>
            </a:solidFill>
          </c:spPr>
          <c:invertIfNegative val="0"/>
          <c:cat>
            <c:strRef>
              <c:f>'Chart Data'!$E$2:$E$8</c:f>
              <c:strCache>
                <c:ptCount val="7"/>
                <c:pt idx="0">
                  <c:v>AAA</c:v>
                </c:pt>
                <c:pt idx="1">
                  <c:v>BBB</c:v>
                </c:pt>
                <c:pt idx="2">
                  <c:v>CCC</c:v>
                </c:pt>
                <c:pt idx="3">
                  <c:v>DDD</c:v>
                </c:pt>
                <c:pt idx="4">
                  <c:v>EEE</c:v>
                </c:pt>
                <c:pt idx="5">
                  <c:v>FFF</c:v>
                </c:pt>
                <c:pt idx="6">
                  <c:v>GGG</c:v>
                </c:pt>
              </c:strCache>
            </c:strRef>
          </c:cat>
          <c:val>
            <c:numRef>
              <c:f>'Chart Data'!$F$2:$F$8</c:f>
              <c:numCache>
                <c:formatCode>0.00%</c:formatCode>
                <c:ptCount val="7"/>
                <c:pt idx="0">
                  <c:v>0.3333</c:v>
                </c:pt>
                <c:pt idx="1">
                  <c:v>0.4733</c:v>
                </c:pt>
                <c:pt idx="2">
                  <c:v>0.6284</c:v>
                </c:pt>
                <c:pt idx="3">
                  <c:v>0.6008</c:v>
                </c:pt>
                <c:pt idx="4">
                  <c:v>0.367</c:v>
                </c:pt>
                <c:pt idx="5">
                  <c:v>0.4639</c:v>
                </c:pt>
                <c:pt idx="6">
                  <c:v>0.25</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125">
                  <a:solidFill>
                    <a:srgbClr val="132D40"/>
                  </a:solidFill>
                  <a:latin typeface="DejaVu Sans"/>
                  <a:ea typeface="DejaVu Sans"/>
                  <a:cs typeface="DejaVu Sans"/>
                </a:defRPr>
              </a:pPr>
            </a:p>
          </c:txPr>
          <c:dLblPos val="outEnd"/>
          <c:showLegendKey val="0"/>
          <c:showVal val="1"/>
          <c:showCatName val="0"/>
          <c:showSerName val="0"/>
          <c:showPercent val="0"/>
          <c:showBubbleSize val="0"/>
          <c:showLeaderLines val="0"/>
        </c:dLbls>
        <c:gapWidth val="95"/>
        <c:overlap val="0"/>
        <c:axId val="48650112"/>
        <c:axId val="48672768"/>
      </c:barChart>
      <c:catAx>
        <c:axId val="48650112"/>
        <c:scaling>
          <c:orientation val="minMax"/>
        </c:scaling>
        <c:delete val="0"/>
        <c:axPos val="b"/>
        <c:numFmt formatCode="General"/>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1350">
                <a:solidFill>
                  <a:srgbClr val="132D40"/>
                </a:solidFill>
                <a:latin typeface="DejaVu Sans"/>
                <a:ea typeface="DejaVu Sans"/>
                <a:cs typeface="DejaVu Sans"/>
              </a:defRPr>
            </a:pPr>
          </a:p>
        </c:txPr>
        <c:crossAx val="48672768"/>
      </c:catAx>
      <c:valAx>
        <c:axId val="48672768"/>
        <c:scaling>
          <c:orientation val="minMax"/>
          <c:max val="0.7"/>
          <c:min val="0"/>
        </c:scaling>
        <c:delete val="0"/>
        <c:axPos val="l"/>
        <c:majorGridlines>
          <c:spPr>
            <a:ln xmlns:a="http://schemas.openxmlformats.org/drawingml/2006/main" w="9525">
              <a:solidFill>
                <a:srgbClr val="E4EAEE"/>
              </a:solidFill>
              <a:prstDash val="solid"/>
            </a:ln>
          </c:spPr>
        </c:majorGridlines>
        <c:numFmt formatCode="0%"/>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1200">
                <a:solidFill>
                  <a:srgbClr val="526577"/>
                </a:solidFill>
                <a:latin typeface="DejaVu Sans"/>
                <a:ea typeface="DejaVu Sans"/>
                <a:cs typeface="DejaVu Sans"/>
              </a:defRPr>
            </a:pPr>
          </a:p>
        </c:txPr>
        <c:crossAx val="48650112"/>
        <c:crossBetween val="between"/>
      </c:valAx>
      <c:spPr>
        <a:solidFill xmlns:a="http://schemas.openxmlformats.org/drawingml/2006/main">
          <a:srgbClr val="FFFFFF"/>
        </a:solidFill>
        <a:ln xmlns:a="http://schemas.openxmlformats.org/drawingml/2006/main" w="0">
          <a:no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1350">
              <a:solidFill>
                <a:srgbClr val="526577"/>
              </a:solidFill>
              <a:latin typeface="DejaVu Sans"/>
              <a:ea typeface="DejaVu Sans"/>
              <a:cs typeface="DejaVu Sans"/>
            </a:defRPr>
          </a:pPr>
        </a:p>
      </c:txPr>
    </c:legend>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Success</c:v>
          </c:tx>
          <c:spPr>
            <a:solidFill xmlns:a="http://schemas.openxmlformats.org/drawingml/2006/main">
              <a:srgbClr val="177E82"/>
            </a:solidFill>
          </c:spPr>
          <c:invertIfNegative val="0"/>
          <c:cat>
            <c:strRef>
              <c:f>'Chart Data'!$A$2:$A$3</c:f>
              <c:strCache>
                <c:ptCount val="2"/>
                <c:pt idx="0">
                  <c:v>No previous attempts</c:v>
                </c:pt>
                <c:pt idx="1">
                  <c:v>With previous attempts</c:v>
                </c:pt>
              </c:strCache>
            </c:strRef>
          </c:cat>
          <c:val>
            <c:numRef>
              <c:f>'Chart Data'!$B$2:$B$3</c:f>
              <c:numCache>
                <c:formatCode>0.00%</c:formatCode>
                <c:ptCount val="2"/>
                <c:pt idx="0">
                  <c:v>0.4928</c:v>
                </c:pt>
                <c:pt idx="1">
                  <c:v>0.3308</c:v>
                </c:pt>
              </c:numCache>
            </c:numRef>
          </c:val>
        </c:ser>
        <c:ser>
          <c:idx val="1"/>
          <c:order val="1"/>
          <c:tx>
            <c:v>Failure</c:v>
          </c:tx>
          <c:spPr>
            <a:solidFill xmlns:a="http://schemas.openxmlformats.org/drawingml/2006/main">
              <a:srgbClr val="D45E50"/>
            </a:solidFill>
          </c:spPr>
          <c:invertIfNegative val="0"/>
          <c:dLbls>
            <c:numFmt formatCode="0.0%" sourceLinked="0"/>
            <c:txPr>
              <a:bodyPr xmlns:a="http://schemas.openxmlformats.org/drawingml/2006/main" anchorCtr="1"/>
              <a:lstStyle xmlns:a="http://schemas.openxmlformats.org/drawingml/2006/main"/>
              <a:p xmlns:a="http://schemas.openxmlformats.org/drawingml/2006/main">
                <a:pPr>
                  <a:defRPr sz="1350">
                    <a:solidFill>
                      <a:srgbClr val="132D40"/>
                    </a:solidFill>
                    <a:latin typeface="DejaVu Sans"/>
                    <a:ea typeface="DejaVu Sans"/>
                    <a:cs typeface="DejaVu Sans"/>
                  </a:defRPr>
                </a:pPr>
              </a:p>
            </c:txPr>
            <c:dLblPos val="ctr"/>
            <c:showLegendKey val="0"/>
            <c:showVal val="1"/>
            <c:showCatName val="0"/>
            <c:showSerName val="0"/>
            <c:showPercent val="0"/>
            <c:showBubbleSize val="0"/>
            <c:showLeaderLines val="0"/>
          </c:dLbls>
          <c:cat>
            <c:strRef>
              <c:f>'Chart Data'!$C$2:$C$3</c:f>
              <c:strCache>
                <c:ptCount val="2"/>
                <c:pt idx="0">
                  <c:v>No previous attempts</c:v>
                </c:pt>
                <c:pt idx="1">
                  <c:v>With previous attempts</c:v>
                </c:pt>
              </c:strCache>
            </c:strRef>
          </c:cat>
          <c:val>
            <c:numRef>
              <c:f>'Chart Data'!$D$2:$D$3</c:f>
              <c:numCache>
                <c:formatCode>0.00%</c:formatCode>
                <c:ptCount val="2"/>
                <c:pt idx="0">
                  <c:v>0.2016</c:v>
                </c:pt>
                <c:pt idx="1">
                  <c:v>0.3166</c:v>
                </c:pt>
              </c:numCache>
            </c:numRef>
          </c:val>
        </c:ser>
        <c:ser>
          <c:idx val="2"/>
          <c:order val="2"/>
          <c:tx>
            <c:v>Withdrawal</c:v>
          </c:tx>
          <c:spPr>
            <a:solidFill xmlns:a="http://schemas.openxmlformats.org/drawingml/2006/main">
              <a:srgbClr val="D6A23C"/>
            </a:solidFill>
          </c:spPr>
          <c:invertIfNegative val="0"/>
          <c:cat>
            <c:strRef>
              <c:f>'Chart Data'!$E$2:$E$3</c:f>
              <c:strCache>
                <c:ptCount val="2"/>
                <c:pt idx="0">
                  <c:v>No previous attempts</c:v>
                </c:pt>
                <c:pt idx="1">
                  <c:v>With previous attempts</c:v>
                </c:pt>
              </c:strCache>
            </c:strRef>
          </c:cat>
          <c:val>
            <c:numRef>
              <c:f>'Chart Data'!$F$2:$F$3</c:f>
              <c:numCache>
                <c:formatCode>0.00%</c:formatCode>
                <c:ptCount val="2"/>
                <c:pt idx="0">
                  <c:v>0.3056</c:v>
                </c:pt>
                <c:pt idx="1">
                  <c:v>0.3526</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350">
                  <a:solidFill>
                    <a:srgbClr val="132D40"/>
                  </a:solidFill>
                  <a:latin typeface="DejaVu Sans"/>
                  <a:ea typeface="DejaVu Sans"/>
                  <a:cs typeface="DejaVu Sans"/>
                </a:defRPr>
              </a:pPr>
            </a:p>
          </c:txPr>
          <c:dLblPos val="outEnd"/>
          <c:showLegendKey val="0"/>
          <c:showVal val="1"/>
          <c:showCatName val="0"/>
          <c:showSerName val="0"/>
          <c:showPercent val="0"/>
          <c:showBubbleSize val="0"/>
          <c:showLeaderLines val="0"/>
        </c:dLbls>
        <c:gapWidth val="95"/>
        <c:overlap val="0"/>
        <c:axId val="48650112"/>
        <c:axId val="48672768"/>
      </c:barChart>
      <c:catAx>
        <c:axId val="48650112"/>
        <c:scaling>
          <c:orientation val="minMax"/>
        </c:scaling>
        <c:delete val="0"/>
        <c:axPos val="b"/>
        <c:numFmt formatCode="General"/>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1350">
                <a:solidFill>
                  <a:srgbClr val="132D40"/>
                </a:solidFill>
                <a:latin typeface="DejaVu Sans"/>
                <a:ea typeface="DejaVu Sans"/>
                <a:cs typeface="DejaVu Sans"/>
              </a:defRPr>
            </a:pPr>
          </a:p>
        </c:txPr>
        <c:crossAx val="48672768"/>
      </c:catAx>
      <c:valAx>
        <c:axId val="48672768"/>
        <c:scaling>
          <c:orientation val="minMax"/>
          <c:max val="0.6"/>
          <c:min val="0"/>
        </c:scaling>
        <c:delete val="0"/>
        <c:axPos val="l"/>
        <c:majorGridlines>
          <c:spPr>
            <a:ln xmlns:a="http://schemas.openxmlformats.org/drawingml/2006/main" w="9525">
              <a:solidFill>
                <a:srgbClr val="E4EAEE"/>
              </a:solidFill>
              <a:prstDash val="solid"/>
            </a:ln>
          </c:spPr>
        </c:majorGridlines>
        <c:numFmt formatCode="0%"/>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1200">
                <a:solidFill>
                  <a:srgbClr val="526577"/>
                </a:solidFill>
                <a:latin typeface="DejaVu Sans"/>
                <a:ea typeface="DejaVu Sans"/>
                <a:cs typeface="DejaVu Sans"/>
              </a:defRPr>
            </a:pPr>
          </a:p>
        </c:txPr>
        <c:crossAx val="48650112"/>
        <c:crossBetween val="between"/>
      </c:valAx>
      <c:spPr>
        <a:solidFill xmlns:a="http://schemas.openxmlformats.org/drawingml/2006/main">
          <a:srgbClr val="FFFFFF"/>
        </a:solidFill>
        <a:ln xmlns:a="http://schemas.openxmlformats.org/drawingml/2006/main" w="0">
          <a:no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1350">
              <a:solidFill>
                <a:srgbClr val="526577"/>
              </a:solidFill>
              <a:latin typeface="DejaVu Sans"/>
              <a:ea typeface="DejaVu Sans"/>
              <a:cs typeface="DejaVu Sans"/>
            </a:defRPr>
          </a:pPr>
        </a:p>
      </c:txPr>
    </c:legend>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charts/chart7.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Withdrawal and failure</c:v>
          </c:tx>
          <c:spPr>
            <a:solidFill xmlns:a="http://schemas.openxmlformats.org/drawingml/2006/main">
              <a:srgbClr val="177E82"/>
            </a:solidFill>
          </c:spPr>
          <c:invertIfNegative val="0"/>
          <c:cat>
            <c:strRef>
              <c:f>'Chart Data'!$A$2:$A$5</c:f>
              <c:strCache>
                <c:ptCount val="4"/>
                <c:pt idx="0">
                  <c:v>IMD 0–10%
Most deprived</c:v>
                </c:pt>
                <c:pt idx="1">
                  <c:v>IMD 90–100%
Least deprived</c:v>
                </c:pt>
                <c:pt idx="2">
                  <c:v>North Western
Region</c:v>
                </c:pt>
                <c:pt idx="3">
                  <c:v>South
Region</c:v>
                </c:pt>
              </c:strCache>
            </c:strRef>
          </c:cat>
          <c:val>
            <c:numRef>
              <c:f>'Chart Data'!$B$2:$B$5</c:f>
              <c:numCache>
                <c:formatCode>0%</c:formatCode>
                <c:ptCount val="4"/>
                <c:pt idx="0">
                  <c:v>0.6484</c:v>
                </c:pt>
                <c:pt idx="1">
                  <c:v>0.4247</c:v>
                </c:pt>
                <c:pt idx="2">
                  <c:v>0.5981</c:v>
                </c:pt>
                <c:pt idx="3">
                  <c:v>0.4761</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350">
                  <a:solidFill>
                    <a:srgbClr val="132D40"/>
                  </a:solidFill>
                  <a:latin typeface="DejaVu Sans"/>
                  <a:ea typeface="DejaVu Sans"/>
                  <a:cs typeface="DejaVu Sans"/>
                </a:defRPr>
              </a:pPr>
            </a:p>
          </c:txPr>
          <c:dLblPos val="outEnd"/>
          <c:showLegendKey val="0"/>
          <c:showVal val="1"/>
          <c:showCatName val="0"/>
          <c:showSerName val="0"/>
          <c:showPercent val="0"/>
          <c:showBubbleSize val="0"/>
          <c:showLeaderLines val="0"/>
        </c:dLbls>
        <c:gapWidth val="95"/>
        <c:overlap val="0"/>
        <c:axId val="48650112"/>
        <c:axId val="48672768"/>
      </c:barChart>
      <c:catAx>
        <c:axId val="48650112"/>
        <c:scaling>
          <c:orientation val="minMax"/>
        </c:scaling>
        <c:delete val="0"/>
        <c:axPos val="b"/>
        <c:numFmt formatCode="General"/>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1350">
                <a:solidFill>
                  <a:srgbClr val="132D40"/>
                </a:solidFill>
                <a:latin typeface="DejaVu Sans"/>
                <a:ea typeface="DejaVu Sans"/>
                <a:cs typeface="DejaVu Sans"/>
              </a:defRPr>
            </a:pPr>
          </a:p>
        </c:txPr>
        <c:crossAx val="48672768"/>
      </c:catAx>
      <c:valAx>
        <c:axId val="48672768"/>
        <c:scaling>
          <c:orientation val="minMax"/>
          <c:max val="0.8"/>
          <c:min val="0"/>
        </c:scaling>
        <c:delete val="0"/>
        <c:axPos val="l"/>
        <c:majorGridlines>
          <c:spPr>
            <a:ln xmlns:a="http://schemas.openxmlformats.org/drawingml/2006/main" w="9525">
              <a:solidFill>
                <a:srgbClr val="E4EAEE"/>
              </a:solidFill>
              <a:prstDash val="solid"/>
            </a:ln>
          </c:spPr>
        </c:majorGridlines>
        <c:numFmt formatCode="0%"/>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1200">
                <a:solidFill>
                  <a:srgbClr val="526577"/>
                </a:solidFill>
                <a:latin typeface="DejaVu Sans"/>
                <a:ea typeface="DejaVu Sans"/>
                <a:cs typeface="DejaVu Sans"/>
              </a:defRPr>
            </a:pPr>
          </a:p>
        </c:txPr>
        <c:crossAx val="48650112"/>
        <c:crossBetween val="between"/>
      </c:valAx>
      <c:spPr>
        <a:solidFill xmlns:a="http://schemas.openxmlformats.org/drawingml/2006/main">
          <a:srgbClr val="FFFFFF"/>
        </a:solidFill>
        <a:ln xmlns:a="http://schemas.openxmlformats.org/drawingml/2006/main" w="0">
          <a:noFill/>
          <a:prstDash val="solid"/>
        </a:ln>
      </c:spPr>
    </c:plotArea>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charts/chart8.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Withdrawal and failure</c:v>
          </c:tx>
          <c:spPr>
            <a:solidFill xmlns:a="http://schemas.openxmlformats.org/drawingml/2006/main">
              <a:srgbClr val="177E82"/>
            </a:solidFill>
          </c:spPr>
          <c:invertIfNegative val="0"/>
          <c:cat>
            <c:strRef>
              <c:f>'Chart Data'!$A$2:$A$6</c:f>
              <c:strCache>
                <c:ptCount val="5"/>
                <c:pt idx="0">
                  <c:v>No formal
qualifications</c:v>
                </c:pt>
                <c:pt idx="1">
                  <c:v>Below
A Level</c:v>
                </c:pt>
                <c:pt idx="2">
                  <c:v>A Level or
equivalent</c:v>
                </c:pt>
                <c:pt idx="3">
                  <c:v>Higher education
qualification</c:v>
                </c:pt>
                <c:pt idx="4">
                  <c:v>Postgraduate
qualification</c:v>
                </c:pt>
              </c:strCache>
            </c:strRef>
          </c:cat>
          <c:val>
            <c:numRef>
              <c:f>'Chart Data'!$B$2:$B$6</c:f>
              <c:numCache>
                <c:formatCode>0%</c:formatCode>
                <c:ptCount val="5"/>
                <c:pt idx="0">
                  <c:v>0.7032</c:v>
                </c:pt>
                <c:pt idx="1">
                  <c:v>0.6115</c:v>
                </c:pt>
                <c:pt idx="2">
                  <c:v>0.4797</c:v>
                </c:pt>
                <c:pt idx="3">
                  <c:v>0.4383</c:v>
                </c:pt>
                <c:pt idx="4">
                  <c:v>0.345</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350">
                  <a:solidFill>
                    <a:srgbClr val="132D40"/>
                  </a:solidFill>
                  <a:latin typeface="DejaVu Sans"/>
                  <a:ea typeface="DejaVu Sans"/>
                  <a:cs typeface="DejaVu Sans"/>
                </a:defRPr>
              </a:pPr>
            </a:p>
          </c:txPr>
          <c:dLblPos val="outEnd"/>
          <c:showLegendKey val="0"/>
          <c:showVal val="1"/>
          <c:showCatName val="0"/>
          <c:showSerName val="0"/>
          <c:showPercent val="0"/>
          <c:showBubbleSize val="0"/>
          <c:showLeaderLines val="0"/>
        </c:dLbls>
        <c:gapWidth val="95"/>
        <c:overlap val="0"/>
        <c:axId val="48650112"/>
        <c:axId val="48672768"/>
      </c:barChart>
      <c:catAx>
        <c:axId val="48650112"/>
        <c:scaling>
          <c:orientation val="minMax"/>
        </c:scaling>
        <c:delete val="0"/>
        <c:axPos val="b"/>
        <c:numFmt formatCode="General"/>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1350">
                <a:solidFill>
                  <a:srgbClr val="132D40"/>
                </a:solidFill>
                <a:latin typeface="DejaVu Sans"/>
                <a:ea typeface="DejaVu Sans"/>
                <a:cs typeface="DejaVu Sans"/>
              </a:defRPr>
            </a:pPr>
          </a:p>
        </c:txPr>
        <c:crossAx val="48672768"/>
      </c:catAx>
      <c:valAx>
        <c:axId val="48672768"/>
        <c:scaling>
          <c:orientation val="minMax"/>
          <c:max val="0.8"/>
          <c:min val="0"/>
        </c:scaling>
        <c:delete val="0"/>
        <c:axPos val="l"/>
        <c:majorGridlines>
          <c:spPr>
            <a:ln xmlns:a="http://schemas.openxmlformats.org/drawingml/2006/main" w="9525">
              <a:solidFill>
                <a:srgbClr val="E4EAEE"/>
              </a:solidFill>
              <a:prstDash val="solid"/>
            </a:ln>
          </c:spPr>
        </c:majorGridlines>
        <c:numFmt formatCode="0%"/>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1200">
                <a:solidFill>
                  <a:srgbClr val="526577"/>
                </a:solidFill>
                <a:latin typeface="DejaVu Sans"/>
                <a:ea typeface="DejaVu Sans"/>
                <a:cs typeface="DejaVu Sans"/>
              </a:defRPr>
            </a:pPr>
          </a:p>
        </c:txPr>
        <c:crossAx val="48650112"/>
        <c:crossBetween val="between"/>
      </c:valAx>
      <c:spPr>
        <a:solidFill xmlns:a="http://schemas.openxmlformats.org/drawingml/2006/main">
          <a:srgbClr val="FFFFFF"/>
        </a:solidFill>
        <a:ln xmlns:a="http://schemas.openxmlformats.org/drawingml/2006/main" w="0">
          <a:noFill/>
          <a:prstDash val="solid"/>
        </a:ln>
      </c:spPr>
    </c:plotArea>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charts/chart9.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Mean completion per enrollment</c:v>
          </c:tx>
          <c:spPr>
            <a:solidFill xmlns:a="http://schemas.openxmlformats.org/drawingml/2006/main">
              <a:srgbClr val="177E82"/>
            </a:solidFill>
          </c:spPr>
          <c:invertIfNegative val="0"/>
          <c:dPt>
            <c:idx val="2"/>
            <c:invertIfNegative val="0"/>
            <c:spPr>
              <a:solidFill xmlns:a="http://schemas.openxmlformats.org/drawingml/2006/main">
                <a:srgbClr val="D45E50"/>
              </a:solidFill>
            </c:spPr>
          </c:dPt>
          <c:dPt>
            <c:idx val="3"/>
            <c:invertIfNegative val="0"/>
            <c:spPr>
              <a:solidFill xmlns:a="http://schemas.openxmlformats.org/drawingml/2006/main">
                <a:srgbClr val="D6A23C"/>
              </a:solidFill>
            </c:spPr>
          </c:dPt>
          <c:cat>
            <c:strRef>
              <c:f>'Chart Data'!$A$2:$A$5</c:f>
              <c:strCache>
                <c:ptCount val="4"/>
                <c:pt idx="0">
                  <c:v>Distinction</c:v>
                </c:pt>
                <c:pt idx="1">
                  <c:v>Pass</c:v>
                </c:pt>
                <c:pt idx="2">
                  <c:v>Failure</c:v>
                </c:pt>
                <c:pt idx="3">
                  <c:v>Withdrawal</c:v>
                </c:pt>
              </c:strCache>
            </c:strRef>
          </c:cat>
          <c:val>
            <c:numRef>
              <c:f>'Chart Data'!$B$2:$B$5</c:f>
              <c:numCache>
                <c:formatCode>0%</c:formatCode>
                <c:ptCount val="4"/>
                <c:pt idx="0">
                  <c:v>0.9668</c:v>
                </c:pt>
                <c:pt idx="1">
                  <c:v>0.9552</c:v>
                </c:pt>
                <c:pt idx="2">
                  <c:v>0.4367</c:v>
                </c:pt>
                <c:pt idx="3">
                  <c:v>0.5817</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350">
                  <a:solidFill>
                    <a:srgbClr val="132D40"/>
                  </a:solidFill>
                  <a:latin typeface="DejaVu Sans"/>
                  <a:ea typeface="DejaVu Sans"/>
                  <a:cs typeface="DejaVu Sans"/>
                </a:defRPr>
              </a:pPr>
            </a:p>
          </c:txPr>
          <c:dLblPos val="outEnd"/>
          <c:showLegendKey val="0"/>
          <c:showVal val="1"/>
          <c:showCatName val="0"/>
          <c:showSerName val="0"/>
          <c:showPercent val="0"/>
          <c:showBubbleSize val="0"/>
          <c:showLeaderLines val="0"/>
        </c:dLbls>
        <c:gapWidth val="95"/>
        <c:overlap val="0"/>
        <c:axId val="48650112"/>
        <c:axId val="48672768"/>
      </c:barChart>
      <c:catAx>
        <c:axId val="48650112"/>
        <c:scaling>
          <c:orientation val="minMax"/>
        </c:scaling>
        <c:delete val="0"/>
        <c:axPos val="b"/>
        <c:numFmt formatCode="General"/>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1350">
                <a:solidFill>
                  <a:srgbClr val="132D40"/>
                </a:solidFill>
                <a:latin typeface="DejaVu Sans"/>
                <a:ea typeface="DejaVu Sans"/>
                <a:cs typeface="DejaVu Sans"/>
              </a:defRPr>
            </a:pPr>
          </a:p>
        </c:txPr>
        <c:crossAx val="48672768"/>
      </c:catAx>
      <c:valAx>
        <c:axId val="48672768"/>
        <c:scaling>
          <c:orientation val="minMax"/>
          <c:max val="1.1"/>
          <c:min val="0"/>
        </c:scaling>
        <c:delete val="0"/>
        <c:axPos val="l"/>
        <c:majorGridlines>
          <c:spPr>
            <a:ln xmlns:a="http://schemas.openxmlformats.org/drawingml/2006/main" w="9525">
              <a:solidFill>
                <a:srgbClr val="E4EAEE"/>
              </a:solidFill>
              <a:prstDash val="solid"/>
            </a:ln>
          </c:spPr>
        </c:majorGridlines>
        <c:numFmt formatCode="0%"/>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1200">
                <a:solidFill>
                  <a:srgbClr val="526577"/>
                </a:solidFill>
                <a:latin typeface="DejaVu Sans"/>
                <a:ea typeface="DejaVu Sans"/>
                <a:cs typeface="DejaVu Sans"/>
              </a:defRPr>
            </a:pPr>
          </a:p>
        </c:txPr>
        <c:crossAx val="48650112"/>
        <c:crossBetween val="between"/>
      </c:valAx>
      <c:spPr>
        <a:solidFill xmlns:a="http://schemas.openxmlformats.org/drawingml/2006/main">
          <a:srgbClr val="FFFFFF"/>
        </a:solidFill>
        <a:ln xmlns:a="http://schemas.openxmlformats.org/drawingml/2006/main" w="0">
          <a:noFill/>
          <a:prstDash val="solid"/>
        </a:ln>
      </c:spPr>
    </c:plotArea>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charts/chart10.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Pass</c:v>
          </c:tx>
          <c:spPr>
            <a:solidFill xmlns:a="http://schemas.openxmlformats.org/drawingml/2006/main">
              <a:srgbClr val="177E82"/>
            </a:solidFill>
          </c:spPr>
          <c:invertIfNegative val="0"/>
          <c:cat>
            <c:strRef>
              <c:f>'Chart Data'!$A$2:$A$8</c:f>
              <c:strCache>
                <c:ptCount val="7"/>
                <c:pt idx="0">
                  <c:v>AAA</c:v>
                </c:pt>
                <c:pt idx="1">
                  <c:v>BBB</c:v>
                </c:pt>
                <c:pt idx="2">
                  <c:v>CCC</c:v>
                </c:pt>
                <c:pt idx="3">
                  <c:v>DDD</c:v>
                </c:pt>
                <c:pt idx="4">
                  <c:v>EEE</c:v>
                </c:pt>
                <c:pt idx="5">
                  <c:v>FFF</c:v>
                </c:pt>
                <c:pt idx="6">
                  <c:v>GGG</c:v>
                </c:pt>
              </c:strCache>
            </c:strRef>
          </c:cat>
          <c:val>
            <c:numRef>
              <c:f>'Chart Data'!$B$2:$B$8</c:f>
              <c:numCache>
                <c:formatCode>0.00%</c:formatCode>
                <c:ptCount val="7"/>
                <c:pt idx="0">
                  <c:v>0.751</c:v>
                </c:pt>
                <c:pt idx="1">
                  <c:v>0.498</c:v>
                </c:pt>
                <c:pt idx="2">
                  <c:v>0.308</c:v>
                </c:pt>
                <c:pt idx="3">
                  <c:v>0.707</c:v>
                </c:pt>
                <c:pt idx="4">
                  <c:v>0.671</c:v>
                </c:pt>
                <c:pt idx="5">
                  <c:v>0.828</c:v>
                </c:pt>
                <c:pt idx="6">
                  <c:v>0.772</c:v>
                </c:pt>
              </c:numCache>
            </c:numRef>
          </c:val>
        </c:ser>
        <c:ser>
          <c:idx val="1"/>
          <c:order val="1"/>
          <c:tx>
            <c:v>Failure</c:v>
          </c:tx>
          <c:spPr>
            <a:solidFill xmlns:a="http://schemas.openxmlformats.org/drawingml/2006/main">
              <a:srgbClr val="D45E50"/>
            </a:solidFill>
          </c:spPr>
          <c:invertIfNegative val="0"/>
          <c:dLbls>
            <c:numFmt formatCode="0.0%" sourceLinked="0"/>
            <c:txPr>
              <a:bodyPr xmlns:a="http://schemas.openxmlformats.org/drawingml/2006/main" anchorCtr="1"/>
              <a:lstStyle xmlns:a="http://schemas.openxmlformats.org/drawingml/2006/main"/>
              <a:p xmlns:a="http://schemas.openxmlformats.org/drawingml/2006/main">
                <a:pPr>
                  <a:defRPr sz="1125">
                    <a:solidFill>
                      <a:srgbClr val="132D40"/>
                    </a:solidFill>
                    <a:latin typeface="DejaVu Sans"/>
                    <a:ea typeface="DejaVu Sans"/>
                    <a:cs typeface="DejaVu Sans"/>
                  </a:defRPr>
                </a:pPr>
              </a:p>
            </c:txPr>
            <c:dLblPos val="ctr"/>
            <c:showLegendKey val="0"/>
            <c:showVal val="1"/>
            <c:showCatName val="0"/>
            <c:showSerName val="0"/>
            <c:showPercent val="0"/>
            <c:showBubbleSize val="0"/>
            <c:showLeaderLines val="0"/>
          </c:dLbls>
          <c:cat>
            <c:strRef>
              <c:f>'Chart Data'!$C$2:$C$8</c:f>
              <c:strCache>
                <c:ptCount val="7"/>
                <c:pt idx="0">
                  <c:v>AAA</c:v>
                </c:pt>
                <c:pt idx="1">
                  <c:v>BBB</c:v>
                </c:pt>
                <c:pt idx="2">
                  <c:v>CCC</c:v>
                </c:pt>
                <c:pt idx="3">
                  <c:v>DDD</c:v>
                </c:pt>
                <c:pt idx="4">
                  <c:v>EEE</c:v>
                </c:pt>
                <c:pt idx="5">
                  <c:v>FFF</c:v>
                </c:pt>
                <c:pt idx="6">
                  <c:v>GGG</c:v>
                </c:pt>
              </c:strCache>
            </c:strRef>
          </c:cat>
          <c:val>
            <c:numRef>
              <c:f>'Chart Data'!$D$2:$D$8</c:f>
              <c:numCache>
                <c:formatCode>0.00%</c:formatCode>
                <c:ptCount val="7"/>
                <c:pt idx="0">
                  <c:v>0.445</c:v>
                </c:pt>
                <c:pt idx="1">
                  <c:v>0.201</c:v>
                </c:pt>
                <c:pt idx="2">
                  <c:v>0.137</c:v>
                </c:pt>
                <c:pt idx="3">
                  <c:v>0.319</c:v>
                </c:pt>
                <c:pt idx="4">
                  <c:v>0.258</c:v>
                </c:pt>
                <c:pt idx="5">
                  <c:v>0.279</c:v>
                </c:pt>
                <c:pt idx="6">
                  <c:v>0.222</c:v>
                </c:pt>
              </c:numCache>
            </c:numRef>
          </c:val>
        </c:ser>
        <c:ser>
          <c:idx val="2"/>
          <c:order val="2"/>
          <c:tx>
            <c:v>Withdrawal</c:v>
          </c:tx>
          <c:spPr>
            <a:solidFill xmlns:a="http://schemas.openxmlformats.org/drawingml/2006/main">
              <a:srgbClr val="D6A23C"/>
            </a:solidFill>
          </c:spPr>
          <c:invertIfNegative val="0"/>
          <c:cat>
            <c:strRef>
              <c:f>'Chart Data'!$E$2:$E$8</c:f>
              <c:strCache>
                <c:ptCount val="7"/>
                <c:pt idx="0">
                  <c:v>AAA</c:v>
                </c:pt>
                <c:pt idx="1">
                  <c:v>BBB</c:v>
                </c:pt>
                <c:pt idx="2">
                  <c:v>CCC</c:v>
                </c:pt>
                <c:pt idx="3">
                  <c:v>DDD</c:v>
                </c:pt>
                <c:pt idx="4">
                  <c:v>EEE</c:v>
                </c:pt>
                <c:pt idx="5">
                  <c:v>FFF</c:v>
                </c:pt>
                <c:pt idx="6">
                  <c:v>GGG</c:v>
                </c:pt>
              </c:strCache>
            </c:strRef>
          </c:cat>
          <c:val>
            <c:numRef>
              <c:f>'Chart Data'!$F$2:$F$8</c:f>
              <c:numCache>
                <c:formatCode>0.00%</c:formatCode>
                <c:ptCount val="7"/>
                <c:pt idx="0">
                  <c:v>0.354</c:v>
                </c:pt>
                <c:pt idx="1">
                  <c:v>0.286</c:v>
                </c:pt>
                <c:pt idx="2">
                  <c:v>0.141</c:v>
                </c:pt>
                <c:pt idx="3">
                  <c:v>0.369</c:v>
                </c:pt>
                <c:pt idx="4">
                  <c:v>0.411</c:v>
                </c:pt>
                <c:pt idx="5">
                  <c:v>0.46</c:v>
                </c:pt>
                <c:pt idx="6">
                  <c:v>0.431</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125">
                  <a:solidFill>
                    <a:srgbClr val="132D40"/>
                  </a:solidFill>
                  <a:latin typeface="DejaVu Sans"/>
                  <a:ea typeface="DejaVu Sans"/>
                  <a:cs typeface="DejaVu Sans"/>
                </a:defRPr>
              </a:pPr>
            </a:p>
          </c:txPr>
          <c:dLblPos val="outEnd"/>
          <c:showLegendKey val="0"/>
          <c:showVal val="1"/>
          <c:showCatName val="0"/>
          <c:showSerName val="0"/>
          <c:showPercent val="0"/>
          <c:showBubbleSize val="0"/>
          <c:showLeaderLines val="0"/>
        </c:dLbls>
        <c:gapWidth val="95"/>
        <c:overlap val="0"/>
        <c:axId val="48650112"/>
        <c:axId val="48672768"/>
      </c:barChart>
      <c:catAx>
        <c:axId val="48650112"/>
        <c:scaling>
          <c:orientation val="minMax"/>
        </c:scaling>
        <c:delete val="0"/>
        <c:axPos val="b"/>
        <c:numFmt formatCode="General"/>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1350">
                <a:solidFill>
                  <a:srgbClr val="132D40"/>
                </a:solidFill>
                <a:latin typeface="DejaVu Sans"/>
                <a:ea typeface="DejaVu Sans"/>
                <a:cs typeface="DejaVu Sans"/>
              </a:defRPr>
            </a:pPr>
          </a:p>
        </c:txPr>
        <c:crossAx val="48672768"/>
      </c:catAx>
      <c:valAx>
        <c:axId val="48672768"/>
        <c:scaling>
          <c:orientation val="minMax"/>
          <c:max val="1"/>
          <c:min val="0"/>
        </c:scaling>
        <c:delete val="0"/>
        <c:axPos val="l"/>
        <c:majorGridlines>
          <c:spPr>
            <a:ln xmlns:a="http://schemas.openxmlformats.org/drawingml/2006/main" w="9525">
              <a:solidFill>
                <a:srgbClr val="E4EAEE"/>
              </a:solidFill>
              <a:prstDash val="solid"/>
            </a:ln>
          </c:spPr>
        </c:majorGridlines>
        <c:numFmt formatCode="0%"/>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1200">
                <a:solidFill>
                  <a:srgbClr val="526577"/>
                </a:solidFill>
                <a:latin typeface="DejaVu Sans"/>
                <a:ea typeface="DejaVu Sans"/>
                <a:cs typeface="DejaVu Sans"/>
              </a:defRPr>
            </a:pPr>
          </a:p>
        </c:txPr>
        <c:crossAx val="48650112"/>
        <c:crossBetween val="between"/>
      </c:valAx>
      <c:spPr>
        <a:solidFill xmlns:a="http://schemas.openxmlformats.org/drawingml/2006/main">
          <a:srgbClr val="FFFFFF"/>
        </a:solidFill>
        <a:ln xmlns:a="http://schemas.openxmlformats.org/drawingml/2006/main" w="0">
          <a:no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1350">
              <a:solidFill>
                <a:srgbClr val="526577"/>
              </a:solidFill>
              <a:latin typeface="DejaVu Sans"/>
              <a:ea typeface="DejaVu Sans"/>
              <a:cs typeface="DejaVu Sans"/>
            </a:defRPr>
          </a:pPr>
        </a:p>
      </c:txPr>
    </c:legend>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charts/chart1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Median active days</c:v>
          </c:tx>
          <c:spPr>
            <a:solidFill xmlns:a="http://schemas.openxmlformats.org/drawingml/2006/main">
              <a:srgbClr val="177E82"/>
            </a:solidFill>
          </c:spPr>
          <c:invertIfNegative val="0"/>
          <c:dPt>
            <c:idx val="2"/>
            <c:invertIfNegative val="0"/>
            <c:spPr>
              <a:solidFill xmlns:a="http://schemas.openxmlformats.org/drawingml/2006/main">
                <a:srgbClr val="D45E50"/>
              </a:solidFill>
            </c:spPr>
          </c:dPt>
          <c:dPt>
            <c:idx val="3"/>
            <c:invertIfNegative val="0"/>
            <c:spPr>
              <a:solidFill xmlns:a="http://schemas.openxmlformats.org/drawingml/2006/main">
                <a:srgbClr val="D6A23C"/>
              </a:solidFill>
            </c:spPr>
          </c:dPt>
          <c:cat>
            <c:strRef>
              <c:f>'Chart Data'!$A$2:$A$5</c:f>
              <c:strCache>
                <c:ptCount val="4"/>
                <c:pt idx="0">
                  <c:v>Distinction</c:v>
                </c:pt>
                <c:pt idx="1">
                  <c:v>Pass</c:v>
                </c:pt>
                <c:pt idx="2">
                  <c:v>Failure</c:v>
                </c:pt>
                <c:pt idx="3">
                  <c:v>Withdrawal</c:v>
                </c:pt>
              </c:strCache>
            </c:strRef>
          </c:cat>
          <c:val>
            <c:numRef>
              <c:f>'Chart Data'!$B$2:$B$5</c:f>
              <c:numCache>
                <c:formatCode>0</c:formatCode>
                <c:ptCount val="4"/>
                <c:pt idx="0">
                  <c:v>14</c:v>
                </c:pt>
                <c:pt idx="1">
                  <c:v>11</c:v>
                </c:pt>
                <c:pt idx="2">
                  <c:v>7</c:v>
                </c:pt>
                <c:pt idx="3">
                  <c:v>8</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350">
                  <a:solidFill>
                    <a:srgbClr val="132D40"/>
                  </a:solidFill>
                  <a:latin typeface="DejaVu Sans"/>
                  <a:ea typeface="DejaVu Sans"/>
                  <a:cs typeface="DejaVu Sans"/>
                </a:defRPr>
              </a:pPr>
            </a:p>
          </c:txPr>
          <c:dLblPos val="outEnd"/>
          <c:showLegendKey val="0"/>
          <c:showVal val="1"/>
          <c:showCatName val="0"/>
          <c:showSerName val="0"/>
          <c:showPercent val="0"/>
          <c:showBubbleSize val="0"/>
          <c:showLeaderLines val="0"/>
        </c:dLbls>
        <c:gapWidth val="95"/>
        <c:overlap val="0"/>
        <c:axId val="48650112"/>
        <c:axId val="48672768"/>
      </c:barChart>
      <c:catAx>
        <c:axId val="48650112"/>
        <c:scaling>
          <c:orientation val="minMax"/>
        </c:scaling>
        <c:delete val="0"/>
        <c:axPos val="b"/>
        <c:numFmt formatCode="General"/>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1350">
                <a:solidFill>
                  <a:srgbClr val="132D40"/>
                </a:solidFill>
                <a:latin typeface="DejaVu Sans"/>
                <a:ea typeface="DejaVu Sans"/>
                <a:cs typeface="DejaVu Sans"/>
              </a:defRPr>
            </a:pPr>
          </a:p>
        </c:txPr>
        <c:crossAx val="48672768"/>
      </c:catAx>
      <c:valAx>
        <c:axId val="48672768"/>
        <c:scaling>
          <c:orientation val="minMax"/>
          <c:max val="18"/>
          <c:min val="0"/>
        </c:scaling>
        <c:delete val="0"/>
        <c:axPos val="l"/>
        <c:majorGridlines>
          <c:spPr>
            <a:ln xmlns:a="http://schemas.openxmlformats.org/drawingml/2006/main" w="9525">
              <a:solidFill>
                <a:srgbClr val="E4EAEE"/>
              </a:solidFill>
              <a:prstDash val="solid"/>
            </a:ln>
          </c:spPr>
        </c:majorGridlines>
        <c:numFmt formatCode="0"/>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1200">
                <a:solidFill>
                  <a:srgbClr val="526577"/>
                </a:solidFill>
                <a:latin typeface="DejaVu Sans"/>
                <a:ea typeface="DejaVu Sans"/>
                <a:cs typeface="DejaVu Sans"/>
              </a:defRPr>
            </a:pPr>
          </a:p>
        </c:txPr>
        <c:crossAx val="48650112"/>
        <c:crossBetween val="between"/>
      </c:valAx>
      <c:spPr>
        <a:solidFill xmlns:a="http://schemas.openxmlformats.org/drawingml/2006/main">
          <a:srgbClr val="FFFFFF"/>
        </a:solidFill>
        <a:ln xmlns:a="http://schemas.openxmlformats.org/drawingml/2006/main" w="0">
          <a:noFill/>
          <a:prstDash val="solid"/>
        </a:ln>
      </c:spPr>
    </c:plotArea>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charts/chart1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Pass</c:v>
          </c:tx>
          <c:spPr>
            <a:solidFill xmlns:a="http://schemas.openxmlformats.org/drawingml/2006/main">
              <a:srgbClr val="177E82"/>
            </a:solidFill>
          </c:spPr>
          <c:invertIfNegative val="0"/>
          <c:cat>
            <c:strRef>
              <c:f>'Chart Data'!$A$2:$A$8</c:f>
              <c:strCache>
                <c:ptCount val="7"/>
                <c:pt idx="0">
                  <c:v>AAA</c:v>
                </c:pt>
                <c:pt idx="1">
                  <c:v>BBB</c:v>
                </c:pt>
                <c:pt idx="2">
                  <c:v>CCC</c:v>
                </c:pt>
                <c:pt idx="3">
                  <c:v>DDD</c:v>
                </c:pt>
                <c:pt idx="4">
                  <c:v>EEE</c:v>
                </c:pt>
                <c:pt idx="5">
                  <c:v>FFF</c:v>
                </c:pt>
                <c:pt idx="6">
                  <c:v>GGG</c:v>
                </c:pt>
              </c:strCache>
            </c:strRef>
          </c:cat>
          <c:val>
            <c:numRef>
              <c:f>'Chart Data'!$B$2:$B$8</c:f>
              <c:numCache>
                <c:formatCode>0.0</c:formatCode>
                <c:ptCount val="7"/>
                <c:pt idx="0">
                  <c:v>14</c:v>
                </c:pt>
                <c:pt idx="1">
                  <c:v>8</c:v>
                </c:pt>
                <c:pt idx="2">
                  <c:v>11</c:v>
                </c:pt>
                <c:pt idx="3">
                  <c:v>14</c:v>
                </c:pt>
                <c:pt idx="4">
                  <c:v>12</c:v>
                </c:pt>
                <c:pt idx="5">
                  <c:v>16</c:v>
                </c:pt>
                <c:pt idx="6">
                  <c:v>4</c:v>
                </c:pt>
              </c:numCache>
            </c:numRef>
          </c:val>
        </c:ser>
        <c:ser>
          <c:idx val="1"/>
          <c:order val="1"/>
          <c:tx>
            <c:v>Failure</c:v>
          </c:tx>
          <c:spPr>
            <a:solidFill xmlns:a="http://schemas.openxmlformats.org/drawingml/2006/main">
              <a:srgbClr val="D45E50"/>
            </a:solidFill>
          </c:spPr>
          <c:invertIfNegative val="0"/>
          <c:dLbls>
            <c:numFmt formatCode="0.0" sourceLinked="0"/>
            <c:txPr>
              <a:bodyPr xmlns:a="http://schemas.openxmlformats.org/drawingml/2006/main" anchorCtr="1"/>
              <a:lstStyle xmlns:a="http://schemas.openxmlformats.org/drawingml/2006/main"/>
              <a:p xmlns:a="http://schemas.openxmlformats.org/drawingml/2006/main">
                <a:pPr>
                  <a:defRPr sz="1200">
                    <a:solidFill>
                      <a:srgbClr val="132D40"/>
                    </a:solidFill>
                    <a:latin typeface="DejaVu Sans"/>
                    <a:ea typeface="DejaVu Sans"/>
                    <a:cs typeface="DejaVu Sans"/>
                  </a:defRPr>
                </a:pPr>
              </a:p>
            </c:txPr>
            <c:dLblPos val="ctr"/>
            <c:showLegendKey val="0"/>
            <c:showVal val="1"/>
            <c:showCatName val="0"/>
            <c:showSerName val="0"/>
            <c:showPercent val="0"/>
            <c:showBubbleSize val="0"/>
            <c:showLeaderLines val="0"/>
          </c:dLbls>
          <c:cat>
            <c:strRef>
              <c:f>'Chart Data'!$C$2:$C$8</c:f>
              <c:strCache>
                <c:ptCount val="7"/>
                <c:pt idx="0">
                  <c:v>AAA</c:v>
                </c:pt>
                <c:pt idx="1">
                  <c:v>BBB</c:v>
                </c:pt>
                <c:pt idx="2">
                  <c:v>CCC</c:v>
                </c:pt>
                <c:pt idx="3">
                  <c:v>DDD</c:v>
                </c:pt>
                <c:pt idx="4">
                  <c:v>EEE</c:v>
                </c:pt>
                <c:pt idx="5">
                  <c:v>FFF</c:v>
                </c:pt>
                <c:pt idx="6">
                  <c:v>GGG</c:v>
                </c:pt>
              </c:strCache>
            </c:strRef>
          </c:cat>
          <c:val>
            <c:numRef>
              <c:f>'Chart Data'!$D$2:$D$8</c:f>
              <c:numCache>
                <c:formatCode>0.0</c:formatCode>
                <c:ptCount val="7"/>
                <c:pt idx="0">
                  <c:v>7</c:v>
                </c:pt>
                <c:pt idx="1">
                  <c:v>5</c:v>
                </c:pt>
                <c:pt idx="2">
                  <c:v>7</c:v>
                </c:pt>
                <c:pt idx="3">
                  <c:v>8.5</c:v>
                </c:pt>
                <c:pt idx="4">
                  <c:v>7</c:v>
                </c:pt>
                <c:pt idx="5">
                  <c:v>9</c:v>
                </c:pt>
                <c:pt idx="6">
                  <c:v>3</c:v>
                </c:pt>
              </c:numCache>
            </c:numRef>
          </c:val>
        </c:ser>
        <c:ser>
          <c:idx val="2"/>
          <c:order val="2"/>
          <c:tx>
            <c:v>Withdrawal</c:v>
          </c:tx>
          <c:spPr>
            <a:solidFill xmlns:a="http://schemas.openxmlformats.org/drawingml/2006/main">
              <a:srgbClr val="D6A23C"/>
            </a:solidFill>
          </c:spPr>
          <c:invertIfNegative val="0"/>
          <c:cat>
            <c:strRef>
              <c:f>'Chart Data'!$E$2:$E$8</c:f>
              <c:strCache>
                <c:ptCount val="7"/>
                <c:pt idx="0">
                  <c:v>AAA</c:v>
                </c:pt>
                <c:pt idx="1">
                  <c:v>BBB</c:v>
                </c:pt>
                <c:pt idx="2">
                  <c:v>CCC</c:v>
                </c:pt>
                <c:pt idx="3">
                  <c:v>DDD</c:v>
                </c:pt>
                <c:pt idx="4">
                  <c:v>EEE</c:v>
                </c:pt>
                <c:pt idx="5">
                  <c:v>FFF</c:v>
                </c:pt>
                <c:pt idx="6">
                  <c:v>GGG</c:v>
                </c:pt>
              </c:strCache>
            </c:strRef>
          </c:cat>
          <c:val>
            <c:numRef>
              <c:f>'Chart Data'!$F$2:$F$8</c:f>
              <c:numCache>
                <c:formatCode>0.0</c:formatCode>
                <c:ptCount val="7"/>
                <c:pt idx="0">
                  <c:v>12</c:v>
                </c:pt>
                <c:pt idx="1">
                  <c:v>6</c:v>
                </c:pt>
                <c:pt idx="2">
                  <c:v>8</c:v>
                </c:pt>
                <c:pt idx="3">
                  <c:v>9</c:v>
                </c:pt>
                <c:pt idx="4">
                  <c:v>7</c:v>
                </c:pt>
                <c:pt idx="5">
                  <c:v>12</c:v>
                </c:pt>
                <c:pt idx="6">
                  <c:v>3</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200">
                  <a:solidFill>
                    <a:srgbClr val="132D40"/>
                  </a:solidFill>
                  <a:latin typeface="DejaVu Sans"/>
                  <a:ea typeface="DejaVu Sans"/>
                  <a:cs typeface="DejaVu Sans"/>
                </a:defRPr>
              </a:pPr>
            </a:p>
          </c:txPr>
          <c:dLblPos val="outEnd"/>
          <c:showLegendKey val="0"/>
          <c:showVal val="1"/>
          <c:showCatName val="0"/>
          <c:showSerName val="0"/>
          <c:showPercent val="0"/>
          <c:showBubbleSize val="0"/>
          <c:showLeaderLines val="0"/>
        </c:dLbls>
        <c:gapWidth val="95"/>
        <c:overlap val="0"/>
        <c:axId val="48650112"/>
        <c:axId val="48672768"/>
      </c:barChart>
      <c:catAx>
        <c:axId val="48650112"/>
        <c:scaling>
          <c:orientation val="minMax"/>
        </c:scaling>
        <c:delete val="0"/>
        <c:axPos val="b"/>
        <c:numFmt formatCode="General"/>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1350">
                <a:solidFill>
                  <a:srgbClr val="132D40"/>
                </a:solidFill>
                <a:latin typeface="DejaVu Sans"/>
                <a:ea typeface="DejaVu Sans"/>
                <a:cs typeface="DejaVu Sans"/>
              </a:defRPr>
            </a:pPr>
          </a:p>
        </c:txPr>
        <c:crossAx val="48672768"/>
      </c:catAx>
      <c:valAx>
        <c:axId val="48672768"/>
        <c:scaling>
          <c:orientation val="minMax"/>
          <c:max val="20"/>
          <c:min val="0"/>
        </c:scaling>
        <c:delete val="0"/>
        <c:axPos val="l"/>
        <c:majorGridlines>
          <c:spPr>
            <a:ln xmlns:a="http://schemas.openxmlformats.org/drawingml/2006/main" w="9525">
              <a:solidFill>
                <a:srgbClr val="E4EAEE"/>
              </a:solidFill>
              <a:prstDash val="solid"/>
            </a:ln>
          </c:spPr>
        </c:majorGridlines>
        <c:numFmt formatCode="0"/>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1200">
                <a:solidFill>
                  <a:srgbClr val="526577"/>
                </a:solidFill>
                <a:latin typeface="DejaVu Sans"/>
                <a:ea typeface="DejaVu Sans"/>
                <a:cs typeface="DejaVu Sans"/>
              </a:defRPr>
            </a:pPr>
          </a:p>
        </c:txPr>
        <c:crossAx val="48650112"/>
        <c:crossBetween val="between"/>
      </c:valAx>
      <c:spPr>
        <a:solidFill xmlns:a="http://schemas.openxmlformats.org/drawingml/2006/main">
          <a:srgbClr val="FFFFFF"/>
        </a:solidFill>
        <a:ln xmlns:a="http://schemas.openxmlformats.org/drawingml/2006/main" w="0">
          <a:no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1350">
              <a:solidFill>
                <a:srgbClr val="526577"/>
              </a:solidFill>
              <a:latin typeface="DejaVu Sans"/>
              <a:ea typeface="DejaVu Sans"/>
              <a:cs typeface="DejaVu Sans"/>
            </a:defRPr>
          </a:pPr>
        </a:p>
      </c:txPr>
    </c:legend>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charts/chart13.xml><?xml version="1.0" encoding="utf-8"?>
<c:chartSpace xmlns:c="http://schemas.openxmlformats.org/drawingml/2006/chart" xmlns:r="http://schemas.openxmlformats.org/officeDocument/2006/relationships">
  <c:lang val="en-US"/>
  <c:chart>
    <c:plotArea>
      <c:lineChart>
        <c:grouping val="standard"/>
        <c:varyColors val="0"/>
        <c:ser>
          <c:idx val="0"/>
          <c:order val="0"/>
          <c:tx>
            <c:v>Success</c:v>
          </c:tx>
          <c:spPr>
            <a:ln xmlns:a="http://schemas.openxmlformats.org/drawingml/2006/main" w="38100">
              <a:solidFill>
                <a:srgbClr val="177E82"/>
              </a:solidFill>
              <a:prstDash val="solid"/>
            </a:ln>
          </c:spPr>
          <c:marker>
            <c:symbol val="circle"/>
            <c:size val="7"/>
          </c:marker>
          <c:cat>
            <c:strRef>
              <c:f>'Chart Data'!$A$2:$A$5</c:f>
              <c:strCache>
                <c:ptCount val="4"/>
                <c:pt idx="0">
                  <c:v>Week 1</c:v>
                </c:pt>
                <c:pt idx="1">
                  <c:v>Week 2</c:v>
                </c:pt>
                <c:pt idx="2">
                  <c:v>Week 3</c:v>
                </c:pt>
                <c:pt idx="3">
                  <c:v>Week 4</c:v>
                </c:pt>
              </c:strCache>
            </c:strRef>
          </c:cat>
          <c:val>
            <c:numRef>
              <c:f>'Chart Data'!$B$2:$B$5</c:f>
              <c:numCache>
                <c:formatCode>0</c:formatCode>
                <c:ptCount val="4"/>
                <c:pt idx="0">
                  <c:v>85.02</c:v>
                </c:pt>
                <c:pt idx="1">
                  <c:v>76.75</c:v>
                </c:pt>
                <c:pt idx="2">
                  <c:v>94.53</c:v>
                </c:pt>
                <c:pt idx="3">
                  <c:v>72.29</c:v>
                </c:pt>
              </c:numCache>
            </c:numRef>
          </c:val>
          <c:smooth val="0"/>
        </c:ser>
        <c:ser>
          <c:idx val="1"/>
          <c:order val="1"/>
          <c:tx>
            <c:v>Withdrawal</c:v>
          </c:tx>
          <c:spPr>
            <a:ln xmlns:a="http://schemas.openxmlformats.org/drawingml/2006/main" w="38100">
              <a:solidFill>
                <a:srgbClr val="D6A23C"/>
              </a:solidFill>
              <a:prstDash val="solid"/>
            </a:ln>
          </c:spPr>
          <c:marker>
            <c:symbol val="circle"/>
            <c:size val="7"/>
          </c:marker>
          <c:cat>
            <c:strRef>
              <c:f>'Chart Data'!$C$2:$C$5</c:f>
              <c:strCache>
                <c:ptCount val="4"/>
                <c:pt idx="0">
                  <c:v>Week 1</c:v>
                </c:pt>
                <c:pt idx="1">
                  <c:v>Week 2</c:v>
                </c:pt>
                <c:pt idx="2">
                  <c:v>Week 3</c:v>
                </c:pt>
                <c:pt idx="3">
                  <c:v>Week 4</c:v>
                </c:pt>
              </c:strCache>
            </c:strRef>
          </c:cat>
          <c:val>
            <c:numRef>
              <c:f>'Chart Data'!$D$2:$D$5</c:f>
              <c:numCache>
                <c:formatCode>0</c:formatCode>
                <c:ptCount val="4"/>
                <c:pt idx="0">
                  <c:v>52.58</c:v>
                </c:pt>
                <c:pt idx="1">
                  <c:v>49.05</c:v>
                </c:pt>
                <c:pt idx="2">
                  <c:v>70.42</c:v>
                </c:pt>
                <c:pt idx="3">
                  <c:v>46.38</c:v>
                </c:pt>
              </c:numCache>
            </c:numRef>
          </c:val>
          <c:smooth val="0"/>
        </c:ser>
        <c:ser>
          <c:idx val="2"/>
          <c:order val="2"/>
          <c:tx>
            <c:v>Failure</c:v>
          </c:tx>
          <c:spPr>
            <a:ln xmlns:a="http://schemas.openxmlformats.org/drawingml/2006/main" w="38100">
              <a:solidFill>
                <a:srgbClr val="D45E50"/>
              </a:solidFill>
              <a:prstDash val="solid"/>
            </a:ln>
          </c:spPr>
          <c:marker>
            <c:symbol val="circle"/>
            <c:size val="7"/>
          </c:marker>
          <c:cat>
            <c:strRef>
              <c:f>'Chart Data'!$E$2:$E$5</c:f>
              <c:strCache>
                <c:ptCount val="4"/>
                <c:pt idx="0">
                  <c:v>Week 1</c:v>
                </c:pt>
                <c:pt idx="1">
                  <c:v>Week 2</c:v>
                </c:pt>
                <c:pt idx="2">
                  <c:v>Week 3</c:v>
                </c:pt>
                <c:pt idx="3">
                  <c:v>Week 4</c:v>
                </c:pt>
              </c:strCache>
            </c:strRef>
          </c:cat>
          <c:val>
            <c:numRef>
              <c:f>'Chart Data'!$F$2:$F$5</c:f>
              <c:numCache>
                <c:formatCode>0</c:formatCode>
                <c:ptCount val="4"/>
                <c:pt idx="0">
                  <c:v>45.93</c:v>
                </c:pt>
                <c:pt idx="1">
                  <c:v>39.53</c:v>
                </c:pt>
                <c:pt idx="2">
                  <c:v>57.22</c:v>
                </c:pt>
                <c:pt idx="3">
                  <c:v>38.4</c:v>
                </c:pt>
              </c:numCache>
            </c:numRef>
          </c:val>
          <c:smooth val="0"/>
        </c:ser>
        <c:dLbls>
          <c:numFmt formatCode="0.0" sourceLinked="0"/>
          <c:txPr>
            <a:bodyPr xmlns:a="http://schemas.openxmlformats.org/drawingml/2006/main" anchorCtr="1"/>
            <a:lstStyle xmlns:a="http://schemas.openxmlformats.org/drawingml/2006/main"/>
            <a:p xmlns:a="http://schemas.openxmlformats.org/drawingml/2006/main">
              <a:pPr>
                <a:defRPr sz="1275">
                  <a:latin typeface="DejaVu Sans"/>
                  <a:ea typeface="DejaVu Sans"/>
                  <a:cs typeface="DejaVu Sans"/>
                </a:defRPr>
              </a:pPr>
            </a:p>
          </c:txPr>
          <c:dLblPos val="t"/>
          <c:showLegendKey val="0"/>
          <c:showVal val="1"/>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DejaVu Sans"/>
                <a:ea typeface="DejaVu Sans"/>
                <a:cs typeface="DejaVu Sans"/>
              </a:defRPr>
            </a:pPr>
          </a:p>
        </c:txPr>
        <c:crossAx val="48672768"/>
      </c:catAx>
      <c:valAx>
        <c:axId val="48672768"/>
        <c:scaling>
          <c:orientation val="minMax"/>
          <c:max val="120"/>
          <c:min val="0"/>
        </c:scaling>
        <c:delete val="0"/>
        <c:axPos val="l"/>
        <c:majorGridlines>
          <c:spPr>
            <a:ln xmlns:a="http://schemas.openxmlformats.org/drawingml/2006/main" w="9525">
              <a:solidFill>
                <a:srgbClr val="E4EAEE"/>
              </a:solidFill>
              <a:prstDash val="solid"/>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66666"/>
                </a:solidFill>
                <a:latin typeface="DejaVu Sans"/>
                <a:ea typeface="DejaVu Sans"/>
                <a:cs typeface="DejaVu Sans"/>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1350">
              <a:latin typeface="DejaVu Sans"/>
              <a:ea typeface="DejaVu Sans"/>
              <a:cs typeface="DejaVu Sans"/>
            </a:defRPr>
          </a:pPr>
        </a:p>
      </c:txPr>
    </c:legend>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charts/chart14.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Success rate</c:v>
          </c:tx>
          <c:spPr>
            <a:solidFill xmlns:a="http://schemas.openxmlformats.org/drawingml/2006/main">
              <a:srgbClr val="177E82"/>
            </a:solidFill>
          </c:spPr>
          <c:invertIfNegative val="0"/>
          <c:cat>
            <c:strRef>
              <c:f>'Chart Data'!$A$2:$A$5</c:f>
              <c:strCache>
                <c:ptCount val="4"/>
                <c:pt idx="0">
                  <c:v>High engagement
High submission</c:v>
                </c:pt>
                <c:pt idx="1">
                  <c:v>High engagement
Low submission</c:v>
                </c:pt>
                <c:pt idx="2">
                  <c:v>Low engagement
High submission</c:v>
                </c:pt>
                <c:pt idx="3">
                  <c:v>Low engagement
Low submission</c:v>
                </c:pt>
              </c:strCache>
            </c:strRef>
          </c:cat>
          <c:val>
            <c:numRef>
              <c:f>'Chart Data'!$B$2:$B$5</c:f>
              <c:numCache>
                <c:formatCode>0%</c:formatCode>
                <c:ptCount val="4"/>
                <c:pt idx="0">
                  <c:v>0.6935</c:v>
                </c:pt>
                <c:pt idx="1">
                  <c:v>0.2282</c:v>
                </c:pt>
                <c:pt idx="2">
                  <c:v>0.5027</c:v>
                </c:pt>
                <c:pt idx="3">
                  <c:v>0.1083</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350">
                  <a:solidFill>
                    <a:srgbClr val="132D40"/>
                  </a:solidFill>
                  <a:latin typeface="DejaVu Sans"/>
                  <a:ea typeface="DejaVu Sans"/>
                  <a:cs typeface="DejaVu Sans"/>
                </a:defRPr>
              </a:pPr>
            </a:p>
          </c:txPr>
          <c:dLblPos val="outEnd"/>
          <c:showLegendKey val="0"/>
          <c:showVal val="1"/>
          <c:showCatName val="0"/>
          <c:showSerName val="0"/>
          <c:showPercent val="0"/>
          <c:showBubbleSize val="0"/>
          <c:showLeaderLines val="0"/>
        </c:dLbls>
        <c:gapWidth val="95"/>
        <c:overlap val="0"/>
        <c:axId val="48650112"/>
        <c:axId val="48672768"/>
      </c:barChart>
      <c:catAx>
        <c:axId val="48650112"/>
        <c:scaling>
          <c:orientation val="minMax"/>
        </c:scaling>
        <c:delete val="0"/>
        <c:axPos val="b"/>
        <c:numFmt formatCode="General"/>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1350">
                <a:solidFill>
                  <a:srgbClr val="132D40"/>
                </a:solidFill>
                <a:latin typeface="DejaVu Sans"/>
                <a:ea typeface="DejaVu Sans"/>
                <a:cs typeface="DejaVu Sans"/>
              </a:defRPr>
            </a:pPr>
          </a:p>
        </c:txPr>
        <c:crossAx val="48672768"/>
      </c:catAx>
      <c:valAx>
        <c:axId val="48672768"/>
        <c:scaling>
          <c:orientation val="minMax"/>
          <c:max val="0.8"/>
          <c:min val="0"/>
        </c:scaling>
        <c:delete val="0"/>
        <c:axPos val="l"/>
        <c:majorGridlines>
          <c:spPr>
            <a:ln xmlns:a="http://schemas.openxmlformats.org/drawingml/2006/main" w="9525">
              <a:solidFill>
                <a:srgbClr val="E4EAEE"/>
              </a:solidFill>
              <a:prstDash val="solid"/>
            </a:ln>
          </c:spPr>
        </c:majorGridlines>
        <c:numFmt formatCode="0%"/>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1200">
                <a:solidFill>
                  <a:srgbClr val="526577"/>
                </a:solidFill>
                <a:latin typeface="DejaVu Sans"/>
                <a:ea typeface="DejaVu Sans"/>
                <a:cs typeface="DejaVu Sans"/>
              </a:defRPr>
            </a:pPr>
          </a:p>
        </c:txPr>
        <c:crossAx val="48650112"/>
        <c:crossBetween val="between"/>
      </c:valAx>
      <c:spPr>
        <a:solidFill xmlns:a="http://schemas.openxmlformats.org/drawingml/2006/main">
          <a:srgbClr val="FFFFFF"/>
        </a:solidFill>
        <a:ln xmlns:a="http://schemas.openxmlformats.org/drawingml/2006/main" w="0">
          <a:noFill/>
          <a:prstDash val="solid"/>
        </a:ln>
      </c:spPr>
    </c:plotArea>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32D40"/>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3A6039C5-AA06-4620-BAE9-309AAB390D0A}"/>
              </a:ext>
            </a:extLst>
          </p:cNvPr>
          <p:cNvSpPr>
            <a:spLocks xmlns:a="http://schemas.openxmlformats.org/drawingml/2006/main" noGrp="1"/>
          </p:cNvSpPr>
          <p:nvPr/>
        </p:nvSpPr>
        <p:spPr>
          <a:xfrm xmlns:a="http://schemas.openxmlformats.org/drawingml/2006/main">
            <a:off x="11334750" y="6477000"/>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050" b="0">
                <a:solidFill>
                  <a:srgbClr val="B8CDD8"/>
                </a:solidFill>
                <a:latin typeface="DejaVu Sans"/>
                <a:ea typeface="DejaVu Sans"/>
                <a:cs typeface="DejaVu Sans"/>
              </a:defRPr>
            </a:defPPr>
            <a:lvl1pPr>
              <a:defRPr sz="1050" b="0">
                <a:solidFill>
                  <a:srgbClr val="B8CDD8"/>
                </a:solidFill>
                <a:latin typeface="DejaVu Sans"/>
                <a:ea typeface="DejaVu Sans"/>
                <a:cs typeface="DejaVu Sans"/>
              </a:defRPr>
            </a:lvl1pPr>
            <a:lvl2pPr>
              <a:defRPr sz="1050" b="0">
                <a:solidFill>
                  <a:srgbClr val="B8CDD8"/>
                </a:solidFill>
                <a:latin typeface="DejaVu Sans"/>
                <a:ea typeface="DejaVu Sans"/>
                <a:cs typeface="DejaVu Sans"/>
              </a:defRPr>
            </a:lvl2pPr>
            <a:lvl3pPr>
              <a:defRPr sz="1050" b="0">
                <a:solidFill>
                  <a:srgbClr val="B8CDD8"/>
                </a:solidFill>
                <a:latin typeface="DejaVu Sans"/>
                <a:ea typeface="DejaVu Sans"/>
                <a:cs typeface="DejaVu Sans"/>
              </a:defRPr>
            </a:lvl3pPr>
            <a:lvl4pPr>
              <a:defRPr sz="1050" b="0">
                <a:solidFill>
                  <a:srgbClr val="B8CDD8"/>
                </a:solidFill>
                <a:latin typeface="DejaVu Sans"/>
                <a:ea typeface="DejaVu Sans"/>
                <a:cs typeface="DejaVu Sans"/>
              </a:defRPr>
            </a:lvl4pPr>
            <a:lvl5pPr>
              <a:defRPr sz="1050" b="0">
                <a:solidFill>
                  <a:srgbClr val="B8CDD8"/>
                </a:solidFill>
                <a:latin typeface="DejaVu Sans"/>
                <a:ea typeface="DejaVu Sans"/>
                <a:cs typeface="DejaVu Sans"/>
              </a:defRPr>
            </a:lvl5pPr>
            <a:lvl6pPr>
              <a:defRPr sz="1050" b="0">
                <a:solidFill>
                  <a:srgbClr val="B8CDD8"/>
                </a:solidFill>
                <a:latin typeface="DejaVu Sans"/>
                <a:ea typeface="DejaVu Sans"/>
                <a:cs typeface="DejaVu Sans"/>
              </a:defRPr>
            </a:lvl6pPr>
            <a:lvl7pPr>
              <a:defRPr sz="1050" b="0">
                <a:solidFill>
                  <a:srgbClr val="B8CDD8"/>
                </a:solidFill>
                <a:latin typeface="DejaVu Sans"/>
                <a:ea typeface="DejaVu Sans"/>
                <a:cs typeface="DejaVu Sans"/>
              </a:defRPr>
            </a:lvl7pPr>
            <a:lvl8pPr>
              <a:defRPr sz="1050" b="0">
                <a:solidFill>
                  <a:srgbClr val="B8CDD8"/>
                </a:solidFill>
                <a:latin typeface="DejaVu Sans"/>
                <a:ea typeface="DejaVu Sans"/>
                <a:cs typeface="DejaVu Sans"/>
              </a:defRPr>
            </a:lvl8pPr>
            <a:lvl9pPr>
              <a:defRPr sz="1050" b="0">
                <a:solidFill>
                  <a:srgbClr val="B8CDD8"/>
                </a:solidFill>
                <a:latin typeface="DejaVu Sans"/>
                <a:ea typeface="DejaVu Sans"/>
                <a:cs typeface="DejaVu Sans"/>
              </a:defRPr>
            </a:lvl9pPr>
          </a:lstStyle>
          <a:p xmlns:a="http://schemas.openxmlformats.org/drawingml/2006/main">
            <a:pPr>
              <a:defRPr sz="1050" b="0">
                <a:solidFill>
                  <a:srgbClr val="B8CDD8"/>
                </a:solidFill>
                <a:latin typeface="DejaVu Sans"/>
                <a:ea typeface="DejaVu Sans"/>
                <a:cs typeface="DejaVu Sans"/>
              </a:defRPr>
            </a:pPr>
            <a:r>
              <a:rPr sz="1050" b="0">
                <a:solidFill>
                  <a:srgbClr val="B8CDD8"/>
                </a:solidFill>
                <a:latin typeface="DejaVu Sans"/>
                <a:ea typeface="DejaVu Sans"/>
                <a:cs typeface="DejaVu Sans"/>
              </a:rPr>
              <a:t>01</a:t>
            </a:r>
          </a:p>
        </p:txBody>
      </p:sp>
      <p:sp>
        <p:nvSpPr>
          <p:cNvPr id="2" name="text-1">
            <a:extLst xmlns:a="http://schemas.openxmlformats.org/drawingml/2006/main">
              <a:ext uri="{FF2B5EF4-FFF2-40B4-BE49-F238E27FC236}">
                <a16:creationId xmlns:a16="http://schemas.microsoft.com/office/drawing/2014/main" id="{032DAE6E-7643-4DCE-BA62-059E1729537C}"/>
              </a:ext>
            </a:extLst>
          </p:cNvPr>
          <p:cNvSpPr>
            <a:spLocks xmlns:a="http://schemas.openxmlformats.org/drawingml/2006/main" noGrp="1"/>
          </p:cNvSpPr>
          <p:nvPr/>
        </p:nvSpPr>
        <p:spPr>
          <a:xfrm xmlns:a="http://schemas.openxmlformats.org/drawingml/2006/main">
            <a:off x="571500" y="495300"/>
            <a:ext cx="5715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725" b="1">
                <a:solidFill>
                  <a:srgbClr val="7FD4CD"/>
                </a:solidFill>
                <a:latin typeface="DejaVu Sans"/>
                <a:ea typeface="DejaVu Sans"/>
                <a:cs typeface="DejaVu Sans"/>
              </a:defRPr>
            </a:defPPr>
            <a:lvl1pPr>
              <a:defRPr sz="1725" b="1">
                <a:solidFill>
                  <a:srgbClr val="7FD4CD"/>
                </a:solidFill>
                <a:latin typeface="DejaVu Sans"/>
                <a:ea typeface="DejaVu Sans"/>
                <a:cs typeface="DejaVu Sans"/>
              </a:defRPr>
            </a:lvl1pPr>
            <a:lvl2pPr>
              <a:defRPr sz="1725" b="1">
                <a:solidFill>
                  <a:srgbClr val="7FD4CD"/>
                </a:solidFill>
                <a:latin typeface="DejaVu Sans"/>
                <a:ea typeface="DejaVu Sans"/>
                <a:cs typeface="DejaVu Sans"/>
              </a:defRPr>
            </a:lvl2pPr>
            <a:lvl3pPr>
              <a:defRPr sz="1725" b="1">
                <a:solidFill>
                  <a:srgbClr val="7FD4CD"/>
                </a:solidFill>
                <a:latin typeface="DejaVu Sans"/>
                <a:ea typeface="DejaVu Sans"/>
                <a:cs typeface="DejaVu Sans"/>
              </a:defRPr>
            </a:lvl3pPr>
            <a:lvl4pPr>
              <a:defRPr sz="1725" b="1">
                <a:solidFill>
                  <a:srgbClr val="7FD4CD"/>
                </a:solidFill>
                <a:latin typeface="DejaVu Sans"/>
                <a:ea typeface="DejaVu Sans"/>
                <a:cs typeface="DejaVu Sans"/>
              </a:defRPr>
            </a:lvl4pPr>
            <a:lvl5pPr>
              <a:defRPr sz="1725" b="1">
                <a:solidFill>
                  <a:srgbClr val="7FD4CD"/>
                </a:solidFill>
                <a:latin typeface="DejaVu Sans"/>
                <a:ea typeface="DejaVu Sans"/>
                <a:cs typeface="DejaVu Sans"/>
              </a:defRPr>
            </a:lvl5pPr>
            <a:lvl6pPr>
              <a:defRPr sz="1725" b="1">
                <a:solidFill>
                  <a:srgbClr val="7FD4CD"/>
                </a:solidFill>
                <a:latin typeface="DejaVu Sans"/>
                <a:ea typeface="DejaVu Sans"/>
                <a:cs typeface="DejaVu Sans"/>
              </a:defRPr>
            </a:lvl6pPr>
            <a:lvl7pPr>
              <a:defRPr sz="1725" b="1">
                <a:solidFill>
                  <a:srgbClr val="7FD4CD"/>
                </a:solidFill>
                <a:latin typeface="DejaVu Sans"/>
                <a:ea typeface="DejaVu Sans"/>
                <a:cs typeface="DejaVu Sans"/>
              </a:defRPr>
            </a:lvl7pPr>
            <a:lvl8pPr>
              <a:defRPr sz="1725" b="1">
                <a:solidFill>
                  <a:srgbClr val="7FD4CD"/>
                </a:solidFill>
                <a:latin typeface="DejaVu Sans"/>
                <a:ea typeface="DejaVu Sans"/>
                <a:cs typeface="DejaVu Sans"/>
              </a:defRPr>
            </a:lvl8pPr>
            <a:lvl9pPr>
              <a:defRPr sz="1725" b="1">
                <a:solidFill>
                  <a:srgbClr val="7FD4CD"/>
                </a:solidFill>
                <a:latin typeface="DejaVu Sans"/>
                <a:ea typeface="DejaVu Sans"/>
                <a:cs typeface="DejaVu Sans"/>
              </a:defRPr>
            </a:lvl9pPr>
          </a:lstStyle>
          <a:p xmlns:a="http://schemas.openxmlformats.org/drawingml/2006/main">
            <a:pPr>
              <a:defRPr sz="1725" b="1">
                <a:solidFill>
                  <a:srgbClr val="7FD4CD"/>
                </a:solidFill>
                <a:latin typeface="DejaVu Sans"/>
                <a:ea typeface="DejaVu Sans"/>
                <a:cs typeface="DejaVu Sans"/>
              </a:defRPr>
            </a:pPr>
            <a:r>
              <a:rPr sz="1725" b="1">
                <a:solidFill>
                  <a:srgbClr val="7FD4CD"/>
                </a:solidFill>
                <a:latin typeface="DejaVu Sans"/>
                <a:ea typeface="DejaVu Sans"/>
                <a:cs typeface="DejaVu Sans"/>
              </a:rPr>
              <a:t>OULAD</a:t>
            </a:r>
          </a:p>
        </p:txBody>
      </p:sp>
      <p:sp>
        <p:nvSpPr>
          <p:cNvPr id="3" name="text-2">
            <a:extLst xmlns:a="http://schemas.openxmlformats.org/drawingml/2006/main">
              <a:ext uri="{FF2B5EF4-FFF2-40B4-BE49-F238E27FC236}">
                <a16:creationId xmlns:a16="http://schemas.microsoft.com/office/drawing/2014/main" id="{96F3BFD1-AA91-4E19-B8F2-6AFE512F4587}"/>
              </a:ext>
            </a:extLst>
          </p:cNvPr>
          <p:cNvSpPr>
            <a:spLocks xmlns:a="http://schemas.openxmlformats.org/drawingml/2006/main" noGrp="1"/>
          </p:cNvSpPr>
          <p:nvPr/>
        </p:nvSpPr>
        <p:spPr>
          <a:xfrm xmlns:a="http://schemas.openxmlformats.org/drawingml/2006/main">
            <a:off x="571500" y="1438275"/>
            <a:ext cx="106680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5100" b="1">
                <a:solidFill>
                  <a:srgbClr val="FFFFFF"/>
                </a:solidFill>
                <a:latin typeface="DejaVu Sans"/>
                <a:ea typeface="DejaVu Sans"/>
                <a:cs typeface="DejaVu Sans"/>
              </a:defRPr>
            </a:defPPr>
            <a:lvl1pPr>
              <a:defRPr sz="5100" b="1">
                <a:solidFill>
                  <a:srgbClr val="FFFFFF"/>
                </a:solidFill>
                <a:latin typeface="DejaVu Sans"/>
                <a:ea typeface="DejaVu Sans"/>
                <a:cs typeface="DejaVu Sans"/>
              </a:defRPr>
            </a:lvl1pPr>
            <a:lvl2pPr>
              <a:defRPr sz="5100" b="1">
                <a:solidFill>
                  <a:srgbClr val="FFFFFF"/>
                </a:solidFill>
                <a:latin typeface="DejaVu Sans"/>
                <a:ea typeface="DejaVu Sans"/>
                <a:cs typeface="DejaVu Sans"/>
              </a:defRPr>
            </a:lvl2pPr>
            <a:lvl3pPr>
              <a:defRPr sz="5100" b="1">
                <a:solidFill>
                  <a:srgbClr val="FFFFFF"/>
                </a:solidFill>
                <a:latin typeface="DejaVu Sans"/>
                <a:ea typeface="DejaVu Sans"/>
                <a:cs typeface="DejaVu Sans"/>
              </a:defRPr>
            </a:lvl3pPr>
            <a:lvl4pPr>
              <a:defRPr sz="5100" b="1">
                <a:solidFill>
                  <a:srgbClr val="FFFFFF"/>
                </a:solidFill>
                <a:latin typeface="DejaVu Sans"/>
                <a:ea typeface="DejaVu Sans"/>
                <a:cs typeface="DejaVu Sans"/>
              </a:defRPr>
            </a:lvl4pPr>
            <a:lvl5pPr>
              <a:defRPr sz="5100" b="1">
                <a:solidFill>
                  <a:srgbClr val="FFFFFF"/>
                </a:solidFill>
                <a:latin typeface="DejaVu Sans"/>
                <a:ea typeface="DejaVu Sans"/>
                <a:cs typeface="DejaVu Sans"/>
              </a:defRPr>
            </a:lvl5pPr>
            <a:lvl6pPr>
              <a:defRPr sz="5100" b="1">
                <a:solidFill>
                  <a:srgbClr val="FFFFFF"/>
                </a:solidFill>
                <a:latin typeface="DejaVu Sans"/>
                <a:ea typeface="DejaVu Sans"/>
                <a:cs typeface="DejaVu Sans"/>
              </a:defRPr>
            </a:lvl6pPr>
            <a:lvl7pPr>
              <a:defRPr sz="5100" b="1">
                <a:solidFill>
                  <a:srgbClr val="FFFFFF"/>
                </a:solidFill>
                <a:latin typeface="DejaVu Sans"/>
                <a:ea typeface="DejaVu Sans"/>
                <a:cs typeface="DejaVu Sans"/>
              </a:defRPr>
            </a:lvl7pPr>
            <a:lvl8pPr>
              <a:defRPr sz="5100" b="1">
                <a:solidFill>
                  <a:srgbClr val="FFFFFF"/>
                </a:solidFill>
                <a:latin typeface="DejaVu Sans"/>
                <a:ea typeface="DejaVu Sans"/>
                <a:cs typeface="DejaVu Sans"/>
              </a:defRPr>
            </a:lvl8pPr>
            <a:lvl9pPr>
              <a:defRPr sz="5100" b="1">
                <a:solidFill>
                  <a:srgbClr val="FFFFFF"/>
                </a:solidFill>
                <a:latin typeface="DejaVu Sans"/>
                <a:ea typeface="DejaVu Sans"/>
                <a:cs typeface="DejaVu Sans"/>
              </a:defRPr>
            </a:lvl9pPr>
          </a:lstStyle>
          <a:p xmlns:a="http://schemas.openxmlformats.org/drawingml/2006/main">
            <a:pPr>
              <a:defRPr sz="5100" b="1">
                <a:solidFill>
                  <a:srgbClr val="FFFFFF"/>
                </a:solidFill>
                <a:latin typeface="DejaVu Sans"/>
                <a:ea typeface="DejaVu Sans"/>
                <a:cs typeface="DejaVu Sans"/>
              </a:defRPr>
            </a:pPr>
            <a:r>
              <a:rPr sz="5100" b="1">
                <a:solidFill>
                  <a:srgbClr val="FFFFFF"/>
                </a:solidFill>
                <a:latin typeface="DejaVu Sans"/>
                <a:ea typeface="DejaVu Sans"/>
                <a:cs typeface="DejaVu Sans"/>
              </a:rPr>
              <a:t>Withdrawal and</a:t>
            </a:r>
          </a:p>
          <a:p xmlns:a="http://schemas.openxmlformats.org/drawingml/2006/main">
            <a:pPr>
              <a:defRPr sz="5100" b="1">
                <a:solidFill>
                  <a:srgbClr val="FFFFFF"/>
                </a:solidFill>
                <a:latin typeface="DejaVu Sans"/>
                <a:ea typeface="DejaVu Sans"/>
                <a:cs typeface="DejaVu Sans"/>
              </a:defRPr>
            </a:pPr>
            <a:r>
              <a:rPr sz="5100" b="1">
                <a:solidFill>
                  <a:srgbClr val="FFFFFF"/>
                </a:solidFill>
                <a:latin typeface="DejaVu Sans"/>
                <a:ea typeface="DejaVu Sans"/>
                <a:cs typeface="DejaVu Sans"/>
              </a:rPr>
              <a:t>academic failure</a:t>
            </a:r>
          </a:p>
        </p:txBody>
      </p:sp>
      <p:sp>
        <p:nvSpPr>
          <p:cNvPr id="4" name="text-3">
            <a:extLst xmlns:a="http://schemas.openxmlformats.org/drawingml/2006/main">
              <a:ext uri="{FF2B5EF4-FFF2-40B4-BE49-F238E27FC236}">
                <a16:creationId xmlns:a16="http://schemas.microsoft.com/office/drawing/2014/main" id="{B7DD9A7A-AE91-425E-A654-93639A1AC8FD}"/>
              </a:ext>
            </a:extLst>
          </p:cNvPr>
          <p:cNvSpPr>
            <a:spLocks xmlns:a="http://schemas.openxmlformats.org/drawingml/2006/main" noGrp="1"/>
          </p:cNvSpPr>
          <p:nvPr/>
        </p:nvSpPr>
        <p:spPr>
          <a:xfrm xmlns:a="http://schemas.openxmlformats.org/drawingml/2006/main">
            <a:off x="609600" y="3543300"/>
            <a:ext cx="10382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250" b="0">
                <a:solidFill>
                  <a:srgbClr val="C5D5DF"/>
                </a:solidFill>
                <a:latin typeface="DejaVu Sans"/>
                <a:ea typeface="DejaVu Sans"/>
                <a:cs typeface="DejaVu Sans"/>
              </a:defRPr>
            </a:defPPr>
            <a:lvl1pPr>
              <a:defRPr sz="2250" b="0">
                <a:solidFill>
                  <a:srgbClr val="C5D5DF"/>
                </a:solidFill>
                <a:latin typeface="DejaVu Sans"/>
                <a:ea typeface="DejaVu Sans"/>
                <a:cs typeface="DejaVu Sans"/>
              </a:defRPr>
            </a:lvl1pPr>
            <a:lvl2pPr>
              <a:defRPr sz="2250" b="0">
                <a:solidFill>
                  <a:srgbClr val="C5D5DF"/>
                </a:solidFill>
                <a:latin typeface="DejaVu Sans"/>
                <a:ea typeface="DejaVu Sans"/>
                <a:cs typeface="DejaVu Sans"/>
              </a:defRPr>
            </a:lvl2pPr>
            <a:lvl3pPr>
              <a:defRPr sz="2250" b="0">
                <a:solidFill>
                  <a:srgbClr val="C5D5DF"/>
                </a:solidFill>
                <a:latin typeface="DejaVu Sans"/>
                <a:ea typeface="DejaVu Sans"/>
                <a:cs typeface="DejaVu Sans"/>
              </a:defRPr>
            </a:lvl3pPr>
            <a:lvl4pPr>
              <a:defRPr sz="2250" b="0">
                <a:solidFill>
                  <a:srgbClr val="C5D5DF"/>
                </a:solidFill>
                <a:latin typeface="DejaVu Sans"/>
                <a:ea typeface="DejaVu Sans"/>
                <a:cs typeface="DejaVu Sans"/>
              </a:defRPr>
            </a:lvl4pPr>
            <a:lvl5pPr>
              <a:defRPr sz="2250" b="0">
                <a:solidFill>
                  <a:srgbClr val="C5D5DF"/>
                </a:solidFill>
                <a:latin typeface="DejaVu Sans"/>
                <a:ea typeface="DejaVu Sans"/>
                <a:cs typeface="DejaVu Sans"/>
              </a:defRPr>
            </a:lvl5pPr>
            <a:lvl6pPr>
              <a:defRPr sz="2250" b="0">
                <a:solidFill>
                  <a:srgbClr val="C5D5DF"/>
                </a:solidFill>
                <a:latin typeface="DejaVu Sans"/>
                <a:ea typeface="DejaVu Sans"/>
                <a:cs typeface="DejaVu Sans"/>
              </a:defRPr>
            </a:lvl6pPr>
            <a:lvl7pPr>
              <a:defRPr sz="2250" b="0">
                <a:solidFill>
                  <a:srgbClr val="C5D5DF"/>
                </a:solidFill>
                <a:latin typeface="DejaVu Sans"/>
                <a:ea typeface="DejaVu Sans"/>
                <a:cs typeface="DejaVu Sans"/>
              </a:defRPr>
            </a:lvl7pPr>
            <a:lvl8pPr>
              <a:defRPr sz="2250" b="0">
                <a:solidFill>
                  <a:srgbClr val="C5D5DF"/>
                </a:solidFill>
                <a:latin typeface="DejaVu Sans"/>
                <a:ea typeface="DejaVu Sans"/>
                <a:cs typeface="DejaVu Sans"/>
              </a:defRPr>
            </a:lvl8pPr>
            <a:lvl9pPr>
              <a:defRPr sz="2250" b="0">
                <a:solidFill>
                  <a:srgbClr val="C5D5DF"/>
                </a:solidFill>
                <a:latin typeface="DejaVu Sans"/>
                <a:ea typeface="DejaVu Sans"/>
                <a:cs typeface="DejaVu Sans"/>
              </a:defRPr>
            </a:lvl9pPr>
          </a:lstStyle>
          <a:p xmlns:a="http://schemas.openxmlformats.org/drawingml/2006/main">
            <a:pPr>
              <a:defRPr sz="2250" b="0">
                <a:solidFill>
                  <a:srgbClr val="C5D5DF"/>
                </a:solidFill>
                <a:latin typeface="DejaVu Sans"/>
                <a:ea typeface="DejaVu Sans"/>
                <a:cs typeface="DejaVu Sans"/>
              </a:defRPr>
            </a:pPr>
            <a:r>
              <a:rPr sz="2250" b="0">
                <a:solidFill>
                  <a:srgbClr val="C5D5DF"/>
                </a:solidFill>
                <a:latin typeface="DejaVu Sans"/>
                <a:ea typeface="DejaVu Sans"/>
                <a:cs typeface="DejaVu Sans"/>
              </a:rPr>
              <a:t>Stakeholder findings and proposed student support</a:t>
            </a:r>
          </a:p>
        </p:txBody>
      </p:sp>
      <p:sp>
        <p:nvSpPr>
          <p:cNvPr id="5" name="text-4">
            <a:extLst xmlns:a="http://schemas.openxmlformats.org/drawingml/2006/main">
              <a:ext uri="{FF2B5EF4-FFF2-40B4-BE49-F238E27FC236}">
                <a16:creationId xmlns:a16="http://schemas.microsoft.com/office/drawing/2014/main" id="{6F799C21-4C75-4F7A-B349-591EC13E0EA6}"/>
              </a:ext>
            </a:extLst>
          </p:cNvPr>
          <p:cNvSpPr>
            <a:spLocks xmlns:a="http://schemas.openxmlformats.org/drawingml/2006/main" noGrp="1"/>
          </p:cNvSpPr>
          <p:nvPr/>
        </p:nvSpPr>
        <p:spPr>
          <a:xfrm xmlns:a="http://schemas.openxmlformats.org/drawingml/2006/main">
            <a:off x="609600" y="4752975"/>
            <a:ext cx="4762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6150" b="1">
                <a:solidFill>
                  <a:srgbClr val="D45E50"/>
                </a:solidFill>
                <a:latin typeface="DejaVu Sans"/>
                <a:ea typeface="DejaVu Sans"/>
                <a:cs typeface="DejaVu Sans"/>
              </a:defRPr>
            </a:defPPr>
            <a:lvl1pPr>
              <a:defRPr sz="6150" b="1">
                <a:solidFill>
                  <a:srgbClr val="D45E50"/>
                </a:solidFill>
                <a:latin typeface="DejaVu Sans"/>
                <a:ea typeface="DejaVu Sans"/>
                <a:cs typeface="DejaVu Sans"/>
              </a:defRPr>
            </a:lvl1pPr>
            <a:lvl2pPr>
              <a:defRPr sz="6150" b="1">
                <a:solidFill>
                  <a:srgbClr val="D45E50"/>
                </a:solidFill>
                <a:latin typeface="DejaVu Sans"/>
                <a:ea typeface="DejaVu Sans"/>
                <a:cs typeface="DejaVu Sans"/>
              </a:defRPr>
            </a:lvl2pPr>
            <a:lvl3pPr>
              <a:defRPr sz="6150" b="1">
                <a:solidFill>
                  <a:srgbClr val="D45E50"/>
                </a:solidFill>
                <a:latin typeface="DejaVu Sans"/>
                <a:ea typeface="DejaVu Sans"/>
                <a:cs typeface="DejaVu Sans"/>
              </a:defRPr>
            </a:lvl3pPr>
            <a:lvl4pPr>
              <a:defRPr sz="6150" b="1">
                <a:solidFill>
                  <a:srgbClr val="D45E50"/>
                </a:solidFill>
                <a:latin typeface="DejaVu Sans"/>
                <a:ea typeface="DejaVu Sans"/>
                <a:cs typeface="DejaVu Sans"/>
              </a:defRPr>
            </a:lvl4pPr>
            <a:lvl5pPr>
              <a:defRPr sz="6150" b="1">
                <a:solidFill>
                  <a:srgbClr val="D45E50"/>
                </a:solidFill>
                <a:latin typeface="DejaVu Sans"/>
                <a:ea typeface="DejaVu Sans"/>
                <a:cs typeface="DejaVu Sans"/>
              </a:defRPr>
            </a:lvl5pPr>
            <a:lvl6pPr>
              <a:defRPr sz="6150" b="1">
                <a:solidFill>
                  <a:srgbClr val="D45E50"/>
                </a:solidFill>
                <a:latin typeface="DejaVu Sans"/>
                <a:ea typeface="DejaVu Sans"/>
                <a:cs typeface="DejaVu Sans"/>
              </a:defRPr>
            </a:lvl6pPr>
            <a:lvl7pPr>
              <a:defRPr sz="6150" b="1">
                <a:solidFill>
                  <a:srgbClr val="D45E50"/>
                </a:solidFill>
                <a:latin typeface="DejaVu Sans"/>
                <a:ea typeface="DejaVu Sans"/>
                <a:cs typeface="DejaVu Sans"/>
              </a:defRPr>
            </a:lvl7pPr>
            <a:lvl8pPr>
              <a:defRPr sz="6150" b="1">
                <a:solidFill>
                  <a:srgbClr val="D45E50"/>
                </a:solidFill>
                <a:latin typeface="DejaVu Sans"/>
                <a:ea typeface="DejaVu Sans"/>
                <a:cs typeface="DejaVu Sans"/>
              </a:defRPr>
            </a:lvl8pPr>
            <a:lvl9pPr>
              <a:defRPr sz="6150" b="1">
                <a:solidFill>
                  <a:srgbClr val="D45E50"/>
                </a:solidFill>
                <a:latin typeface="DejaVu Sans"/>
                <a:ea typeface="DejaVu Sans"/>
                <a:cs typeface="DejaVu Sans"/>
              </a:defRPr>
            </a:lvl9pPr>
          </a:lstStyle>
          <a:p xmlns:a="http://schemas.openxmlformats.org/drawingml/2006/main">
            <a:pPr>
              <a:defRPr sz="6150" b="1">
                <a:solidFill>
                  <a:srgbClr val="D45E50"/>
                </a:solidFill>
                <a:latin typeface="DejaVu Sans"/>
                <a:ea typeface="DejaVu Sans"/>
                <a:cs typeface="DejaVu Sans"/>
              </a:defRPr>
            </a:pPr>
            <a:r>
              <a:rPr sz="6150" b="1">
                <a:solidFill>
                  <a:srgbClr val="D45E50"/>
                </a:solidFill>
                <a:latin typeface="DejaVu Sans"/>
                <a:ea typeface="DejaVu Sans"/>
                <a:cs typeface="DejaVu Sans"/>
              </a:rPr>
              <a:t>52.80%</a:t>
            </a:r>
          </a:p>
        </p:txBody>
      </p:sp>
      <p:sp>
        <p:nvSpPr>
          <p:cNvPr id="6" name="text-5">
            <a:extLst xmlns:a="http://schemas.openxmlformats.org/drawingml/2006/main">
              <a:ext uri="{FF2B5EF4-FFF2-40B4-BE49-F238E27FC236}">
                <a16:creationId xmlns:a16="http://schemas.microsoft.com/office/drawing/2014/main" id="{08BC4271-8C4E-4243-B888-1BAEDC01C816}"/>
              </a:ext>
            </a:extLst>
          </p:cNvPr>
          <p:cNvSpPr>
            <a:spLocks xmlns:a="http://schemas.openxmlformats.org/drawingml/2006/main" noGrp="1"/>
          </p:cNvSpPr>
          <p:nvPr/>
        </p:nvSpPr>
        <p:spPr>
          <a:xfrm xmlns:a="http://schemas.openxmlformats.org/drawingml/2006/main">
            <a:off x="4857750" y="4962525"/>
            <a:ext cx="6381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00" b="0">
                <a:solidFill>
                  <a:srgbClr val="FFFFFF"/>
                </a:solidFill>
                <a:latin typeface="DejaVu Sans"/>
                <a:ea typeface="DejaVu Sans"/>
                <a:cs typeface="DejaVu Sans"/>
              </a:defRPr>
            </a:defPPr>
            <a:lvl1pPr>
              <a:defRPr sz="2100" b="0">
                <a:solidFill>
                  <a:srgbClr val="FFFFFF"/>
                </a:solidFill>
                <a:latin typeface="DejaVu Sans"/>
                <a:ea typeface="DejaVu Sans"/>
                <a:cs typeface="DejaVu Sans"/>
              </a:defRPr>
            </a:lvl1pPr>
            <a:lvl2pPr>
              <a:defRPr sz="2100" b="0">
                <a:solidFill>
                  <a:srgbClr val="FFFFFF"/>
                </a:solidFill>
                <a:latin typeface="DejaVu Sans"/>
                <a:ea typeface="DejaVu Sans"/>
                <a:cs typeface="DejaVu Sans"/>
              </a:defRPr>
            </a:lvl2pPr>
            <a:lvl3pPr>
              <a:defRPr sz="2100" b="0">
                <a:solidFill>
                  <a:srgbClr val="FFFFFF"/>
                </a:solidFill>
                <a:latin typeface="DejaVu Sans"/>
                <a:ea typeface="DejaVu Sans"/>
                <a:cs typeface="DejaVu Sans"/>
              </a:defRPr>
            </a:lvl3pPr>
            <a:lvl4pPr>
              <a:defRPr sz="2100" b="0">
                <a:solidFill>
                  <a:srgbClr val="FFFFFF"/>
                </a:solidFill>
                <a:latin typeface="DejaVu Sans"/>
                <a:ea typeface="DejaVu Sans"/>
                <a:cs typeface="DejaVu Sans"/>
              </a:defRPr>
            </a:lvl4pPr>
            <a:lvl5pPr>
              <a:defRPr sz="2100" b="0">
                <a:solidFill>
                  <a:srgbClr val="FFFFFF"/>
                </a:solidFill>
                <a:latin typeface="DejaVu Sans"/>
                <a:ea typeface="DejaVu Sans"/>
                <a:cs typeface="DejaVu Sans"/>
              </a:defRPr>
            </a:lvl5pPr>
            <a:lvl6pPr>
              <a:defRPr sz="2100" b="0">
                <a:solidFill>
                  <a:srgbClr val="FFFFFF"/>
                </a:solidFill>
                <a:latin typeface="DejaVu Sans"/>
                <a:ea typeface="DejaVu Sans"/>
                <a:cs typeface="DejaVu Sans"/>
              </a:defRPr>
            </a:lvl6pPr>
            <a:lvl7pPr>
              <a:defRPr sz="2100" b="0">
                <a:solidFill>
                  <a:srgbClr val="FFFFFF"/>
                </a:solidFill>
                <a:latin typeface="DejaVu Sans"/>
                <a:ea typeface="DejaVu Sans"/>
                <a:cs typeface="DejaVu Sans"/>
              </a:defRPr>
            </a:lvl7pPr>
            <a:lvl8pPr>
              <a:defRPr sz="2100" b="0">
                <a:solidFill>
                  <a:srgbClr val="FFFFFF"/>
                </a:solidFill>
                <a:latin typeface="DejaVu Sans"/>
                <a:ea typeface="DejaVu Sans"/>
                <a:cs typeface="DejaVu Sans"/>
              </a:defRPr>
            </a:lvl8pPr>
            <a:lvl9pPr>
              <a:defRPr sz="2100" b="0">
                <a:solidFill>
                  <a:srgbClr val="FFFFFF"/>
                </a:solidFill>
                <a:latin typeface="DejaVu Sans"/>
                <a:ea typeface="DejaVu Sans"/>
                <a:cs typeface="DejaVu Sans"/>
              </a:defRPr>
            </a:lvl9pPr>
          </a:lstStyle>
          <a:p xmlns:a="http://schemas.openxmlformats.org/drawingml/2006/main">
            <a:pPr>
              <a:defRPr sz="2100" b="0">
                <a:solidFill>
                  <a:srgbClr val="FFFFFF"/>
                </a:solidFill>
                <a:latin typeface="DejaVu Sans"/>
                <a:ea typeface="DejaVu Sans"/>
                <a:cs typeface="DejaVu Sans"/>
              </a:defRPr>
            </a:pPr>
            <a:r>
              <a:rPr sz="2100" b="0">
                <a:solidFill>
                  <a:srgbClr val="FFFFFF"/>
                </a:solidFill>
                <a:latin typeface="DejaVu Sans"/>
                <a:ea typeface="DejaVu Sans"/>
                <a:cs typeface="DejaVu Sans"/>
              </a:rPr>
              <a:t>of enrollments ended in withdrawal or failure</a:t>
            </a:r>
          </a:p>
        </p:txBody>
      </p:sp>
      <p:sp>
        <p:nvSpPr>
          <p:cNvPr id="7" name="text-6">
            <a:extLst xmlns:a="http://schemas.openxmlformats.org/drawingml/2006/main">
              <a:ext uri="{FF2B5EF4-FFF2-40B4-BE49-F238E27FC236}">
                <a16:creationId xmlns:a16="http://schemas.microsoft.com/office/drawing/2014/main" id="{9FCC3AF9-636D-4C84-9FAE-C390551E790C}"/>
              </a:ext>
            </a:extLst>
          </p:cNvPr>
          <p:cNvSpPr>
            <a:spLocks xmlns:a="http://schemas.openxmlformats.org/drawingml/2006/main" noGrp="1"/>
          </p:cNvSpPr>
          <p:nvPr/>
        </p:nvSpPr>
        <p:spPr>
          <a:xfrm xmlns:a="http://schemas.openxmlformats.org/drawingml/2006/main">
            <a:off x="609600" y="6210300"/>
            <a:ext cx="571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350" b="0">
                <a:solidFill>
                  <a:srgbClr val="B8CDD8"/>
                </a:solidFill>
                <a:latin typeface="DejaVu Sans"/>
                <a:ea typeface="DejaVu Sans"/>
                <a:cs typeface="DejaVu Sans"/>
              </a:defRPr>
            </a:defPPr>
            <a:lvl1pPr>
              <a:defRPr sz="1350" b="0">
                <a:solidFill>
                  <a:srgbClr val="B8CDD8"/>
                </a:solidFill>
                <a:latin typeface="DejaVu Sans"/>
                <a:ea typeface="DejaVu Sans"/>
                <a:cs typeface="DejaVu Sans"/>
              </a:defRPr>
            </a:lvl1pPr>
            <a:lvl2pPr>
              <a:defRPr sz="1350" b="0">
                <a:solidFill>
                  <a:srgbClr val="B8CDD8"/>
                </a:solidFill>
                <a:latin typeface="DejaVu Sans"/>
                <a:ea typeface="DejaVu Sans"/>
                <a:cs typeface="DejaVu Sans"/>
              </a:defRPr>
            </a:lvl2pPr>
            <a:lvl3pPr>
              <a:defRPr sz="1350" b="0">
                <a:solidFill>
                  <a:srgbClr val="B8CDD8"/>
                </a:solidFill>
                <a:latin typeface="DejaVu Sans"/>
                <a:ea typeface="DejaVu Sans"/>
                <a:cs typeface="DejaVu Sans"/>
              </a:defRPr>
            </a:lvl3pPr>
            <a:lvl4pPr>
              <a:defRPr sz="1350" b="0">
                <a:solidFill>
                  <a:srgbClr val="B8CDD8"/>
                </a:solidFill>
                <a:latin typeface="DejaVu Sans"/>
                <a:ea typeface="DejaVu Sans"/>
                <a:cs typeface="DejaVu Sans"/>
              </a:defRPr>
            </a:lvl4pPr>
            <a:lvl5pPr>
              <a:defRPr sz="1350" b="0">
                <a:solidFill>
                  <a:srgbClr val="B8CDD8"/>
                </a:solidFill>
                <a:latin typeface="DejaVu Sans"/>
                <a:ea typeface="DejaVu Sans"/>
                <a:cs typeface="DejaVu Sans"/>
              </a:defRPr>
            </a:lvl5pPr>
            <a:lvl6pPr>
              <a:defRPr sz="1350" b="0">
                <a:solidFill>
                  <a:srgbClr val="B8CDD8"/>
                </a:solidFill>
                <a:latin typeface="DejaVu Sans"/>
                <a:ea typeface="DejaVu Sans"/>
                <a:cs typeface="DejaVu Sans"/>
              </a:defRPr>
            </a:lvl6pPr>
            <a:lvl7pPr>
              <a:defRPr sz="1350" b="0">
                <a:solidFill>
                  <a:srgbClr val="B8CDD8"/>
                </a:solidFill>
                <a:latin typeface="DejaVu Sans"/>
                <a:ea typeface="DejaVu Sans"/>
                <a:cs typeface="DejaVu Sans"/>
              </a:defRPr>
            </a:lvl7pPr>
            <a:lvl8pPr>
              <a:defRPr sz="1350" b="0">
                <a:solidFill>
                  <a:srgbClr val="B8CDD8"/>
                </a:solidFill>
                <a:latin typeface="DejaVu Sans"/>
                <a:ea typeface="DejaVu Sans"/>
                <a:cs typeface="DejaVu Sans"/>
              </a:defRPr>
            </a:lvl8pPr>
            <a:lvl9pPr>
              <a:defRPr sz="1350" b="0">
                <a:solidFill>
                  <a:srgbClr val="B8CDD8"/>
                </a:solidFill>
                <a:latin typeface="DejaVu Sans"/>
                <a:ea typeface="DejaVu Sans"/>
                <a:cs typeface="DejaVu Sans"/>
              </a:defRPr>
            </a:lvl9pPr>
          </a:lstStyle>
          <a:p xmlns:a="http://schemas.openxmlformats.org/drawingml/2006/main">
            <a:pPr>
              <a:defRPr sz="1350" b="0">
                <a:solidFill>
                  <a:srgbClr val="B8CDD8"/>
                </a:solidFill>
                <a:latin typeface="DejaVu Sans"/>
                <a:ea typeface="DejaVu Sans"/>
                <a:cs typeface="DejaVu Sans"/>
              </a:defRPr>
            </a:pPr>
            <a:r>
              <a:rPr sz="1350" b="0">
                <a:solidFill>
                  <a:srgbClr val="B8CDD8"/>
                </a:solidFill>
                <a:latin typeface="DejaVu Sans"/>
                <a:ea typeface="DejaVu Sans"/>
                <a:cs typeface="DejaVu Sans"/>
              </a:rPr>
              <a:t>October 2026</a:t>
            </a:r>
          </a:p>
        </p:txBody>
      </p:sp>
    </p:spTree>
    <p:extLst>
      <p:ext uri="{BB962C8B-B14F-4D97-AF65-F5344CB8AC3E}">
        <p14:creationId xmlns:p14="http://schemas.microsoft.com/office/powerpoint/2010/main" val="74945312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FD7ADBA0-89B8-4510-B118-783873DF2442}"/>
              </a:ext>
            </a:extLst>
          </p:cNvPr>
          <p:cNvSpPr>
            <a:spLocks xmlns:a="http://schemas.openxmlformats.org/drawingml/2006/main" noGrp="1"/>
          </p:cNvSpPr>
          <p:nvPr/>
        </p:nvSpPr>
        <p:spPr>
          <a:xfrm xmlns:a="http://schemas.openxmlformats.org/drawingml/2006/main">
            <a:off x="514350" y="323850"/>
            <a:ext cx="111633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000" b="1">
                <a:solidFill>
                  <a:srgbClr val="132D40"/>
                </a:solidFill>
                <a:latin typeface="DejaVu Sans"/>
                <a:ea typeface="DejaVu Sans"/>
                <a:cs typeface="DejaVu Sans"/>
              </a:defRPr>
            </a:defPPr>
            <a:lvl1pPr>
              <a:defRPr sz="3000" b="1">
                <a:solidFill>
                  <a:srgbClr val="132D40"/>
                </a:solidFill>
                <a:latin typeface="DejaVu Sans"/>
                <a:ea typeface="DejaVu Sans"/>
                <a:cs typeface="DejaVu Sans"/>
              </a:defRPr>
            </a:lvl1pPr>
            <a:lvl2pPr>
              <a:defRPr sz="3000" b="1">
                <a:solidFill>
                  <a:srgbClr val="132D40"/>
                </a:solidFill>
                <a:latin typeface="DejaVu Sans"/>
                <a:ea typeface="DejaVu Sans"/>
                <a:cs typeface="DejaVu Sans"/>
              </a:defRPr>
            </a:lvl2pPr>
            <a:lvl3pPr>
              <a:defRPr sz="3000" b="1">
                <a:solidFill>
                  <a:srgbClr val="132D40"/>
                </a:solidFill>
                <a:latin typeface="DejaVu Sans"/>
                <a:ea typeface="DejaVu Sans"/>
                <a:cs typeface="DejaVu Sans"/>
              </a:defRPr>
            </a:lvl3pPr>
            <a:lvl4pPr>
              <a:defRPr sz="3000" b="1">
                <a:solidFill>
                  <a:srgbClr val="132D40"/>
                </a:solidFill>
                <a:latin typeface="DejaVu Sans"/>
                <a:ea typeface="DejaVu Sans"/>
                <a:cs typeface="DejaVu Sans"/>
              </a:defRPr>
            </a:lvl4pPr>
            <a:lvl5pPr>
              <a:defRPr sz="3000" b="1">
                <a:solidFill>
                  <a:srgbClr val="132D40"/>
                </a:solidFill>
                <a:latin typeface="DejaVu Sans"/>
                <a:ea typeface="DejaVu Sans"/>
                <a:cs typeface="DejaVu Sans"/>
              </a:defRPr>
            </a:lvl5pPr>
            <a:lvl6pPr>
              <a:defRPr sz="3000" b="1">
                <a:solidFill>
                  <a:srgbClr val="132D40"/>
                </a:solidFill>
                <a:latin typeface="DejaVu Sans"/>
                <a:ea typeface="DejaVu Sans"/>
                <a:cs typeface="DejaVu Sans"/>
              </a:defRPr>
            </a:lvl6pPr>
            <a:lvl7pPr>
              <a:defRPr sz="3000" b="1">
                <a:solidFill>
                  <a:srgbClr val="132D40"/>
                </a:solidFill>
                <a:latin typeface="DejaVu Sans"/>
                <a:ea typeface="DejaVu Sans"/>
                <a:cs typeface="DejaVu Sans"/>
              </a:defRPr>
            </a:lvl7pPr>
            <a:lvl8pPr>
              <a:defRPr sz="3000" b="1">
                <a:solidFill>
                  <a:srgbClr val="132D40"/>
                </a:solidFill>
                <a:latin typeface="DejaVu Sans"/>
                <a:ea typeface="DejaVu Sans"/>
                <a:cs typeface="DejaVu Sans"/>
              </a:defRPr>
            </a:lvl8pPr>
            <a:lvl9pPr>
              <a:defRPr sz="3000" b="1">
                <a:solidFill>
                  <a:srgbClr val="132D40"/>
                </a:solidFill>
                <a:latin typeface="DejaVu Sans"/>
                <a:ea typeface="DejaVu Sans"/>
                <a:cs typeface="DejaVu Sans"/>
              </a:defRPr>
            </a:lvl9pPr>
          </a:lstStyle>
          <a:p xmlns:a="http://schemas.openxmlformats.org/drawingml/2006/main">
            <a:pPr>
              <a:defRPr sz="3000" b="1">
                <a:solidFill>
                  <a:srgbClr val="132D40"/>
                </a:solidFill>
                <a:latin typeface="DejaVu Sans"/>
                <a:ea typeface="DejaVu Sans"/>
                <a:cs typeface="DejaVu Sans"/>
              </a:defRPr>
            </a:pPr>
            <a:r>
              <a:rPr sz="3000" b="1">
                <a:solidFill>
                  <a:srgbClr val="132D40"/>
                </a:solidFill>
                <a:latin typeface="DejaVu Sans"/>
                <a:ea typeface="DejaVu Sans"/>
                <a:cs typeface="DejaVu Sans"/>
              </a:rPr>
              <a:t>Withdrawal and failure affect 52.80%</a:t>
            </a:r>
          </a:p>
        </p:txBody>
      </p:sp>
      <p:sp>
        <p:nvSpPr>
          <p:cNvPr id="2" name="text-1">
            <a:extLst xmlns:a="http://schemas.openxmlformats.org/drawingml/2006/main">
              <a:ext uri="{FF2B5EF4-FFF2-40B4-BE49-F238E27FC236}">
                <a16:creationId xmlns:a16="http://schemas.microsoft.com/office/drawing/2014/main" id="{54577BBB-7DF3-4278-AF8B-D40021829CA2}"/>
              </a:ext>
            </a:extLst>
          </p:cNvPr>
          <p:cNvSpPr>
            <a:spLocks xmlns:a="http://schemas.openxmlformats.org/drawingml/2006/main" noGrp="1"/>
          </p:cNvSpPr>
          <p:nvPr/>
        </p:nvSpPr>
        <p:spPr>
          <a:xfrm xmlns:a="http://schemas.openxmlformats.org/drawingml/2006/main">
            <a:off x="533400" y="1362075"/>
            <a:ext cx="1104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500" b="0">
                <a:solidFill>
                  <a:srgbClr val="526577"/>
                </a:solidFill>
                <a:latin typeface="DejaVu Sans"/>
                <a:ea typeface="DejaVu Sans"/>
                <a:cs typeface="DejaVu Sans"/>
              </a:defRPr>
            </a:defPPr>
            <a:lvl1pPr>
              <a:defRPr sz="1500" b="0">
                <a:solidFill>
                  <a:srgbClr val="526577"/>
                </a:solidFill>
                <a:latin typeface="DejaVu Sans"/>
                <a:ea typeface="DejaVu Sans"/>
                <a:cs typeface="DejaVu Sans"/>
              </a:defRPr>
            </a:lvl1pPr>
            <a:lvl2pPr>
              <a:defRPr sz="1500" b="0">
                <a:solidFill>
                  <a:srgbClr val="526577"/>
                </a:solidFill>
                <a:latin typeface="DejaVu Sans"/>
                <a:ea typeface="DejaVu Sans"/>
                <a:cs typeface="DejaVu Sans"/>
              </a:defRPr>
            </a:lvl2pPr>
            <a:lvl3pPr>
              <a:defRPr sz="1500" b="0">
                <a:solidFill>
                  <a:srgbClr val="526577"/>
                </a:solidFill>
                <a:latin typeface="DejaVu Sans"/>
                <a:ea typeface="DejaVu Sans"/>
                <a:cs typeface="DejaVu Sans"/>
              </a:defRPr>
            </a:lvl3pPr>
            <a:lvl4pPr>
              <a:defRPr sz="1500" b="0">
                <a:solidFill>
                  <a:srgbClr val="526577"/>
                </a:solidFill>
                <a:latin typeface="DejaVu Sans"/>
                <a:ea typeface="DejaVu Sans"/>
                <a:cs typeface="DejaVu Sans"/>
              </a:defRPr>
            </a:lvl4pPr>
            <a:lvl5pPr>
              <a:defRPr sz="1500" b="0">
                <a:solidFill>
                  <a:srgbClr val="526577"/>
                </a:solidFill>
                <a:latin typeface="DejaVu Sans"/>
                <a:ea typeface="DejaVu Sans"/>
                <a:cs typeface="DejaVu Sans"/>
              </a:defRPr>
            </a:lvl5pPr>
            <a:lvl6pPr>
              <a:defRPr sz="1500" b="0">
                <a:solidFill>
                  <a:srgbClr val="526577"/>
                </a:solidFill>
                <a:latin typeface="DejaVu Sans"/>
                <a:ea typeface="DejaVu Sans"/>
                <a:cs typeface="DejaVu Sans"/>
              </a:defRPr>
            </a:lvl6pPr>
            <a:lvl7pPr>
              <a:defRPr sz="1500" b="0">
                <a:solidFill>
                  <a:srgbClr val="526577"/>
                </a:solidFill>
                <a:latin typeface="DejaVu Sans"/>
                <a:ea typeface="DejaVu Sans"/>
                <a:cs typeface="DejaVu Sans"/>
              </a:defRPr>
            </a:lvl7pPr>
            <a:lvl8pPr>
              <a:defRPr sz="1500" b="0">
                <a:solidFill>
                  <a:srgbClr val="526577"/>
                </a:solidFill>
                <a:latin typeface="DejaVu Sans"/>
                <a:ea typeface="DejaVu Sans"/>
                <a:cs typeface="DejaVu Sans"/>
              </a:defRPr>
            </a:lvl8pPr>
            <a:lvl9pPr>
              <a:defRPr sz="1500" b="0">
                <a:solidFill>
                  <a:srgbClr val="526577"/>
                </a:solidFill>
                <a:latin typeface="DejaVu Sans"/>
                <a:ea typeface="DejaVu Sans"/>
                <a:cs typeface="DejaVu Sans"/>
              </a:defRPr>
            </a:lvl9pPr>
          </a:lstStyle>
          <a:p xmlns:a="http://schemas.openxmlformats.org/drawingml/2006/main">
            <a:pPr>
              <a:defRPr sz="1500" b="0">
                <a:solidFill>
                  <a:srgbClr val="526577"/>
                </a:solidFill>
                <a:latin typeface="DejaVu Sans"/>
                <a:ea typeface="DejaVu Sans"/>
                <a:cs typeface="DejaVu Sans"/>
              </a:defRPr>
            </a:pPr>
            <a:r>
              <a:rPr sz="1500" b="0">
                <a:solidFill>
                  <a:srgbClr val="526577"/>
                </a:solidFill>
                <a:latin typeface="DejaVu Sans"/>
                <a:ea typeface="DejaVu Sans"/>
                <a:cs typeface="DejaVu Sans"/>
              </a:rPr>
              <a:t>32,593 enrollments across 7 modules and 22 presentations</a:t>
            </a:r>
          </a:p>
        </p:txBody>
      </p:sp>
      <p:sp>
        <p:nvSpPr>
          <p:cNvPr id="3" name="text-2">
            <a:extLst xmlns:a="http://schemas.openxmlformats.org/drawingml/2006/main">
              <a:ext uri="{FF2B5EF4-FFF2-40B4-BE49-F238E27FC236}">
                <a16:creationId xmlns:a16="http://schemas.microsoft.com/office/drawing/2014/main" id="{D174EF0A-3325-4A60-8E00-A6FFC33DA863}"/>
              </a:ext>
            </a:extLst>
          </p:cNvPr>
          <p:cNvSpPr>
            <a:spLocks xmlns:a="http://schemas.openxmlformats.org/drawingml/2006/main" noGrp="1"/>
          </p:cNvSpPr>
          <p:nvPr/>
        </p:nvSpPr>
        <p:spPr>
          <a:xfrm xmlns:a="http://schemas.openxmlformats.org/drawingml/2006/main">
            <a:off x="11334750" y="6477000"/>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050" b="0">
                <a:solidFill>
                  <a:srgbClr val="526577"/>
                </a:solidFill>
                <a:latin typeface="DejaVu Sans"/>
                <a:ea typeface="DejaVu Sans"/>
                <a:cs typeface="DejaVu Sans"/>
              </a:defRPr>
            </a:defPPr>
            <a:lvl1pPr>
              <a:defRPr sz="1050" b="0">
                <a:solidFill>
                  <a:srgbClr val="526577"/>
                </a:solidFill>
                <a:latin typeface="DejaVu Sans"/>
                <a:ea typeface="DejaVu Sans"/>
                <a:cs typeface="DejaVu Sans"/>
              </a:defRPr>
            </a:lvl1pPr>
            <a:lvl2pPr>
              <a:defRPr sz="1050" b="0">
                <a:solidFill>
                  <a:srgbClr val="526577"/>
                </a:solidFill>
                <a:latin typeface="DejaVu Sans"/>
                <a:ea typeface="DejaVu Sans"/>
                <a:cs typeface="DejaVu Sans"/>
              </a:defRPr>
            </a:lvl2pPr>
            <a:lvl3pPr>
              <a:defRPr sz="1050" b="0">
                <a:solidFill>
                  <a:srgbClr val="526577"/>
                </a:solidFill>
                <a:latin typeface="DejaVu Sans"/>
                <a:ea typeface="DejaVu Sans"/>
                <a:cs typeface="DejaVu Sans"/>
              </a:defRPr>
            </a:lvl3pPr>
            <a:lvl4pPr>
              <a:defRPr sz="1050" b="0">
                <a:solidFill>
                  <a:srgbClr val="526577"/>
                </a:solidFill>
                <a:latin typeface="DejaVu Sans"/>
                <a:ea typeface="DejaVu Sans"/>
                <a:cs typeface="DejaVu Sans"/>
              </a:defRPr>
            </a:lvl4pPr>
            <a:lvl5pPr>
              <a:defRPr sz="1050" b="0">
                <a:solidFill>
                  <a:srgbClr val="526577"/>
                </a:solidFill>
                <a:latin typeface="DejaVu Sans"/>
                <a:ea typeface="DejaVu Sans"/>
                <a:cs typeface="DejaVu Sans"/>
              </a:defRPr>
            </a:lvl5pPr>
            <a:lvl6pPr>
              <a:defRPr sz="1050" b="0">
                <a:solidFill>
                  <a:srgbClr val="526577"/>
                </a:solidFill>
                <a:latin typeface="DejaVu Sans"/>
                <a:ea typeface="DejaVu Sans"/>
                <a:cs typeface="DejaVu Sans"/>
              </a:defRPr>
            </a:lvl6pPr>
            <a:lvl7pPr>
              <a:defRPr sz="1050" b="0">
                <a:solidFill>
                  <a:srgbClr val="526577"/>
                </a:solidFill>
                <a:latin typeface="DejaVu Sans"/>
                <a:ea typeface="DejaVu Sans"/>
                <a:cs typeface="DejaVu Sans"/>
              </a:defRPr>
            </a:lvl7pPr>
            <a:lvl8pPr>
              <a:defRPr sz="1050" b="0">
                <a:solidFill>
                  <a:srgbClr val="526577"/>
                </a:solidFill>
                <a:latin typeface="DejaVu Sans"/>
                <a:ea typeface="DejaVu Sans"/>
                <a:cs typeface="DejaVu Sans"/>
              </a:defRPr>
            </a:lvl8pPr>
            <a:lvl9pPr>
              <a:defRPr sz="1050" b="0">
                <a:solidFill>
                  <a:srgbClr val="526577"/>
                </a:solidFill>
                <a:latin typeface="DejaVu Sans"/>
                <a:ea typeface="DejaVu Sans"/>
                <a:cs typeface="DejaVu Sans"/>
              </a:defRPr>
            </a:lvl9pPr>
          </a:lstStyle>
          <a:p xmlns:a="http://schemas.openxmlformats.org/drawingml/2006/main">
            <a:pPr>
              <a:defRPr sz="1050" b="0">
                <a:solidFill>
                  <a:srgbClr val="526577"/>
                </a:solidFill>
                <a:latin typeface="DejaVu Sans"/>
                <a:ea typeface="DejaVu Sans"/>
                <a:cs typeface="DejaVu Sans"/>
              </a:defRPr>
            </a:pPr>
            <a:r>
              <a:rPr sz="1050" b="0">
                <a:solidFill>
                  <a:srgbClr val="526577"/>
                </a:solidFill>
                <a:latin typeface="DejaVu Sans"/>
                <a:ea typeface="DejaVu Sans"/>
                <a:cs typeface="DejaVu Sans"/>
              </a:rPr>
              <a:t>02</a:t>
            </a:r>
          </a:p>
        </p:txBody>
      </p:sp>
      <p:graphicFrame>
        <p:nvGraphicFramePr>
          <p:cNvPr id="4" name="Chart">
            <a:extLst xmlns:a="http://schemas.openxmlformats.org/drawingml/2006/main">
              <a:ext uri="{FF2B5EF4-FFF2-40B4-BE49-F238E27FC236}">
                <a16:creationId xmlns:a16="http://schemas.microsoft.com/office/drawing/2014/main" id="{3BB1EB39-0842-4C66-958B-BC9D640925A7}"/>
              </a:ext>
            </a:extLst>
          </p:cNvPr>
          <p:cNvGraphicFramePr/>
          <p:nvPr/>
        </p:nvGraphicFramePr>
        <p:xfrm>
          <a:off xmlns:a="http://schemas.openxmlformats.org/drawingml/2006/main" x="514350" y="1819275"/>
          <a:ext xmlns:a="http://schemas.openxmlformats.org/drawingml/2006/main" cx="11144250" cy="3143250"/>
        </p:xfrm>
        <a:graphic xmlns:a="http://schemas.openxmlformats.org/drawingml/2006/main">
          <a:graphicData uri="http://schemas.openxmlformats.org/drawingml/2006/chart">
            <c:chart xmlns:r="http://schemas.openxmlformats.org/officeDocument/2006/relationships" xmlns:c="http://schemas.openxmlformats.org/drawingml/2006/chart" r:id="Rb90eac6089844601"/>
          </a:graphicData>
        </a:graphic>
      </p:graphicFrame>
      <p:sp>
        <p:nvSpPr>
          <p:cNvPr id="5" name="text-3">
            <a:extLst xmlns:a="http://schemas.openxmlformats.org/drawingml/2006/main">
              <a:ext uri="{FF2B5EF4-FFF2-40B4-BE49-F238E27FC236}">
                <a16:creationId xmlns:a16="http://schemas.microsoft.com/office/drawing/2014/main" id="{A597BFD4-E7A3-46B0-8193-7CE5303FC42B}"/>
              </a:ext>
            </a:extLst>
          </p:cNvPr>
          <p:cNvSpPr>
            <a:spLocks xmlns:a="http://schemas.openxmlformats.org/drawingml/2006/main" noGrp="1"/>
          </p:cNvSpPr>
          <p:nvPr/>
        </p:nvSpPr>
        <p:spPr>
          <a:xfrm xmlns:a="http://schemas.openxmlformats.org/drawingml/2006/main">
            <a:off x="619125" y="5238750"/>
            <a:ext cx="3333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900" b="1">
                <a:solidFill>
                  <a:srgbClr val="D45E50"/>
                </a:solidFill>
                <a:latin typeface="DejaVu Sans"/>
                <a:ea typeface="DejaVu Sans"/>
                <a:cs typeface="DejaVu Sans"/>
              </a:defRPr>
            </a:defPPr>
            <a:lvl1pPr>
              <a:defRPr sz="3900" b="1">
                <a:solidFill>
                  <a:srgbClr val="D45E50"/>
                </a:solidFill>
                <a:latin typeface="DejaVu Sans"/>
                <a:ea typeface="DejaVu Sans"/>
                <a:cs typeface="DejaVu Sans"/>
              </a:defRPr>
            </a:lvl1pPr>
            <a:lvl2pPr>
              <a:defRPr sz="3900" b="1">
                <a:solidFill>
                  <a:srgbClr val="D45E50"/>
                </a:solidFill>
                <a:latin typeface="DejaVu Sans"/>
                <a:ea typeface="DejaVu Sans"/>
                <a:cs typeface="DejaVu Sans"/>
              </a:defRPr>
            </a:lvl2pPr>
            <a:lvl3pPr>
              <a:defRPr sz="3900" b="1">
                <a:solidFill>
                  <a:srgbClr val="D45E50"/>
                </a:solidFill>
                <a:latin typeface="DejaVu Sans"/>
                <a:ea typeface="DejaVu Sans"/>
                <a:cs typeface="DejaVu Sans"/>
              </a:defRPr>
            </a:lvl3pPr>
            <a:lvl4pPr>
              <a:defRPr sz="3900" b="1">
                <a:solidFill>
                  <a:srgbClr val="D45E50"/>
                </a:solidFill>
                <a:latin typeface="DejaVu Sans"/>
                <a:ea typeface="DejaVu Sans"/>
                <a:cs typeface="DejaVu Sans"/>
              </a:defRPr>
            </a:lvl4pPr>
            <a:lvl5pPr>
              <a:defRPr sz="3900" b="1">
                <a:solidFill>
                  <a:srgbClr val="D45E50"/>
                </a:solidFill>
                <a:latin typeface="DejaVu Sans"/>
                <a:ea typeface="DejaVu Sans"/>
                <a:cs typeface="DejaVu Sans"/>
              </a:defRPr>
            </a:lvl5pPr>
            <a:lvl6pPr>
              <a:defRPr sz="3900" b="1">
                <a:solidFill>
                  <a:srgbClr val="D45E50"/>
                </a:solidFill>
                <a:latin typeface="DejaVu Sans"/>
                <a:ea typeface="DejaVu Sans"/>
                <a:cs typeface="DejaVu Sans"/>
              </a:defRPr>
            </a:lvl6pPr>
            <a:lvl7pPr>
              <a:defRPr sz="3900" b="1">
                <a:solidFill>
                  <a:srgbClr val="D45E50"/>
                </a:solidFill>
                <a:latin typeface="DejaVu Sans"/>
                <a:ea typeface="DejaVu Sans"/>
                <a:cs typeface="DejaVu Sans"/>
              </a:defRPr>
            </a:lvl7pPr>
            <a:lvl8pPr>
              <a:defRPr sz="3900" b="1">
                <a:solidFill>
                  <a:srgbClr val="D45E50"/>
                </a:solidFill>
                <a:latin typeface="DejaVu Sans"/>
                <a:ea typeface="DejaVu Sans"/>
                <a:cs typeface="DejaVu Sans"/>
              </a:defRPr>
            </a:lvl8pPr>
            <a:lvl9pPr>
              <a:defRPr sz="3900" b="1">
                <a:solidFill>
                  <a:srgbClr val="D45E50"/>
                </a:solidFill>
                <a:latin typeface="DejaVu Sans"/>
                <a:ea typeface="DejaVu Sans"/>
                <a:cs typeface="DejaVu Sans"/>
              </a:defRPr>
            </a:lvl9pPr>
          </a:lstStyle>
          <a:p xmlns:a="http://schemas.openxmlformats.org/drawingml/2006/main">
            <a:pPr>
              <a:defRPr sz="3900" b="1">
                <a:solidFill>
                  <a:srgbClr val="D45E50"/>
                </a:solidFill>
                <a:latin typeface="DejaVu Sans"/>
                <a:ea typeface="DejaVu Sans"/>
                <a:cs typeface="DejaVu Sans"/>
              </a:defRPr>
            </a:pPr>
            <a:r>
              <a:rPr sz="3900" b="1">
                <a:solidFill>
                  <a:srgbClr val="D45E50"/>
                </a:solidFill>
                <a:latin typeface="DejaVu Sans"/>
                <a:ea typeface="DejaVu Sans"/>
                <a:cs typeface="DejaVu Sans"/>
              </a:rPr>
              <a:t>17,208</a:t>
            </a:r>
          </a:p>
        </p:txBody>
      </p:sp>
      <p:sp>
        <p:nvSpPr>
          <p:cNvPr id="6" name="text-4">
            <a:extLst xmlns:a="http://schemas.openxmlformats.org/drawingml/2006/main">
              <a:ext uri="{FF2B5EF4-FFF2-40B4-BE49-F238E27FC236}">
                <a16:creationId xmlns:a16="http://schemas.microsoft.com/office/drawing/2014/main" id="{BFB58F97-E5BF-4732-BE8B-31E21FD6CCD4}"/>
              </a:ext>
            </a:extLst>
          </p:cNvPr>
          <p:cNvSpPr>
            <a:spLocks xmlns:a="http://schemas.openxmlformats.org/drawingml/2006/main" noGrp="1"/>
          </p:cNvSpPr>
          <p:nvPr/>
        </p:nvSpPr>
        <p:spPr>
          <a:xfrm xmlns:a="http://schemas.openxmlformats.org/drawingml/2006/main">
            <a:off x="3476625" y="5467350"/>
            <a:ext cx="666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950" b="0">
                <a:solidFill>
                  <a:srgbClr val="132D40"/>
                </a:solidFill>
                <a:latin typeface="DejaVu Sans"/>
                <a:ea typeface="DejaVu Sans"/>
                <a:cs typeface="DejaVu Sans"/>
              </a:defRPr>
            </a:defPPr>
            <a:lvl1pPr>
              <a:defRPr sz="1950" b="0">
                <a:solidFill>
                  <a:srgbClr val="132D40"/>
                </a:solidFill>
                <a:latin typeface="DejaVu Sans"/>
                <a:ea typeface="DejaVu Sans"/>
                <a:cs typeface="DejaVu Sans"/>
              </a:defRPr>
            </a:lvl1pPr>
            <a:lvl2pPr>
              <a:defRPr sz="1950" b="0">
                <a:solidFill>
                  <a:srgbClr val="132D40"/>
                </a:solidFill>
                <a:latin typeface="DejaVu Sans"/>
                <a:ea typeface="DejaVu Sans"/>
                <a:cs typeface="DejaVu Sans"/>
              </a:defRPr>
            </a:lvl2pPr>
            <a:lvl3pPr>
              <a:defRPr sz="1950" b="0">
                <a:solidFill>
                  <a:srgbClr val="132D40"/>
                </a:solidFill>
                <a:latin typeface="DejaVu Sans"/>
                <a:ea typeface="DejaVu Sans"/>
                <a:cs typeface="DejaVu Sans"/>
              </a:defRPr>
            </a:lvl3pPr>
            <a:lvl4pPr>
              <a:defRPr sz="1950" b="0">
                <a:solidFill>
                  <a:srgbClr val="132D40"/>
                </a:solidFill>
                <a:latin typeface="DejaVu Sans"/>
                <a:ea typeface="DejaVu Sans"/>
                <a:cs typeface="DejaVu Sans"/>
              </a:defRPr>
            </a:lvl4pPr>
            <a:lvl5pPr>
              <a:defRPr sz="1950" b="0">
                <a:solidFill>
                  <a:srgbClr val="132D40"/>
                </a:solidFill>
                <a:latin typeface="DejaVu Sans"/>
                <a:ea typeface="DejaVu Sans"/>
                <a:cs typeface="DejaVu Sans"/>
              </a:defRPr>
            </a:lvl5pPr>
            <a:lvl6pPr>
              <a:defRPr sz="1950" b="0">
                <a:solidFill>
                  <a:srgbClr val="132D40"/>
                </a:solidFill>
                <a:latin typeface="DejaVu Sans"/>
                <a:ea typeface="DejaVu Sans"/>
                <a:cs typeface="DejaVu Sans"/>
              </a:defRPr>
            </a:lvl6pPr>
            <a:lvl7pPr>
              <a:defRPr sz="1950" b="0">
                <a:solidFill>
                  <a:srgbClr val="132D40"/>
                </a:solidFill>
                <a:latin typeface="DejaVu Sans"/>
                <a:ea typeface="DejaVu Sans"/>
                <a:cs typeface="DejaVu Sans"/>
              </a:defRPr>
            </a:lvl7pPr>
            <a:lvl8pPr>
              <a:defRPr sz="1950" b="0">
                <a:solidFill>
                  <a:srgbClr val="132D40"/>
                </a:solidFill>
                <a:latin typeface="DejaVu Sans"/>
                <a:ea typeface="DejaVu Sans"/>
                <a:cs typeface="DejaVu Sans"/>
              </a:defRPr>
            </a:lvl8pPr>
            <a:lvl9pPr>
              <a:defRPr sz="1950" b="0">
                <a:solidFill>
                  <a:srgbClr val="132D40"/>
                </a:solidFill>
                <a:latin typeface="DejaVu Sans"/>
                <a:ea typeface="DejaVu Sans"/>
                <a:cs typeface="DejaVu Sans"/>
              </a:defRPr>
            </a:lvl9pPr>
          </a:lstStyle>
          <a:p xmlns:a="http://schemas.openxmlformats.org/drawingml/2006/main">
            <a:pPr>
              <a:defRPr sz="1950" b="0">
                <a:solidFill>
                  <a:srgbClr val="132D40"/>
                </a:solidFill>
                <a:latin typeface="DejaVu Sans"/>
                <a:ea typeface="DejaVu Sans"/>
                <a:cs typeface="DejaVu Sans"/>
              </a:defRPr>
            </a:pPr>
            <a:r>
              <a:rPr sz="1950" b="0">
                <a:solidFill>
                  <a:srgbClr val="132D40"/>
                </a:solidFill>
                <a:latin typeface="DejaVu Sans"/>
                <a:ea typeface="DejaVu Sans"/>
                <a:cs typeface="DejaVu Sans"/>
              </a:rPr>
              <a:t>affected enrollments</a:t>
            </a:r>
          </a:p>
        </p:txBody>
      </p:sp>
      <p:sp>
        <p:nvSpPr>
          <p:cNvPr id="7" name="text-5">
            <a:extLst xmlns:a="http://schemas.openxmlformats.org/drawingml/2006/main">
              <a:ext uri="{FF2B5EF4-FFF2-40B4-BE49-F238E27FC236}">
                <a16:creationId xmlns:a16="http://schemas.microsoft.com/office/drawing/2014/main" id="{61DFA605-4A90-426D-9B0D-DC69B28A9663}"/>
              </a:ext>
            </a:extLst>
          </p:cNvPr>
          <p:cNvSpPr>
            <a:spLocks xmlns:a="http://schemas.openxmlformats.org/drawingml/2006/main" noGrp="1"/>
          </p:cNvSpPr>
          <p:nvPr/>
        </p:nvSpPr>
        <p:spPr>
          <a:xfrm xmlns:a="http://schemas.openxmlformats.org/drawingml/2006/main">
            <a:off x="619125" y="6134100"/>
            <a:ext cx="1047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350" b="0">
                <a:solidFill>
                  <a:srgbClr val="526577"/>
                </a:solidFill>
                <a:latin typeface="DejaVu Sans"/>
                <a:ea typeface="DejaVu Sans"/>
                <a:cs typeface="DejaVu Sans"/>
              </a:defRPr>
            </a:defPPr>
            <a:lvl1pPr>
              <a:defRPr sz="1350" b="0">
                <a:solidFill>
                  <a:srgbClr val="526577"/>
                </a:solidFill>
                <a:latin typeface="DejaVu Sans"/>
                <a:ea typeface="DejaVu Sans"/>
                <a:cs typeface="DejaVu Sans"/>
              </a:defRPr>
            </a:lvl1pPr>
            <a:lvl2pPr>
              <a:defRPr sz="1350" b="0">
                <a:solidFill>
                  <a:srgbClr val="526577"/>
                </a:solidFill>
                <a:latin typeface="DejaVu Sans"/>
                <a:ea typeface="DejaVu Sans"/>
                <a:cs typeface="DejaVu Sans"/>
              </a:defRPr>
            </a:lvl2pPr>
            <a:lvl3pPr>
              <a:defRPr sz="1350" b="0">
                <a:solidFill>
                  <a:srgbClr val="526577"/>
                </a:solidFill>
                <a:latin typeface="DejaVu Sans"/>
                <a:ea typeface="DejaVu Sans"/>
                <a:cs typeface="DejaVu Sans"/>
              </a:defRPr>
            </a:lvl3pPr>
            <a:lvl4pPr>
              <a:defRPr sz="1350" b="0">
                <a:solidFill>
                  <a:srgbClr val="526577"/>
                </a:solidFill>
                <a:latin typeface="DejaVu Sans"/>
                <a:ea typeface="DejaVu Sans"/>
                <a:cs typeface="DejaVu Sans"/>
              </a:defRPr>
            </a:lvl4pPr>
            <a:lvl5pPr>
              <a:defRPr sz="1350" b="0">
                <a:solidFill>
                  <a:srgbClr val="526577"/>
                </a:solidFill>
                <a:latin typeface="DejaVu Sans"/>
                <a:ea typeface="DejaVu Sans"/>
                <a:cs typeface="DejaVu Sans"/>
              </a:defRPr>
            </a:lvl5pPr>
            <a:lvl6pPr>
              <a:defRPr sz="1350" b="0">
                <a:solidFill>
                  <a:srgbClr val="526577"/>
                </a:solidFill>
                <a:latin typeface="DejaVu Sans"/>
                <a:ea typeface="DejaVu Sans"/>
                <a:cs typeface="DejaVu Sans"/>
              </a:defRPr>
            </a:lvl6pPr>
            <a:lvl7pPr>
              <a:defRPr sz="1350" b="0">
                <a:solidFill>
                  <a:srgbClr val="526577"/>
                </a:solidFill>
                <a:latin typeface="DejaVu Sans"/>
                <a:ea typeface="DejaVu Sans"/>
                <a:cs typeface="DejaVu Sans"/>
              </a:defRPr>
            </a:lvl7pPr>
            <a:lvl8pPr>
              <a:defRPr sz="1350" b="0">
                <a:solidFill>
                  <a:srgbClr val="526577"/>
                </a:solidFill>
                <a:latin typeface="DejaVu Sans"/>
                <a:ea typeface="DejaVu Sans"/>
                <a:cs typeface="DejaVu Sans"/>
              </a:defRPr>
            </a:lvl8pPr>
            <a:lvl9pPr>
              <a:defRPr sz="1350" b="0">
                <a:solidFill>
                  <a:srgbClr val="526577"/>
                </a:solidFill>
                <a:latin typeface="DejaVu Sans"/>
                <a:ea typeface="DejaVu Sans"/>
                <a:cs typeface="DejaVu Sans"/>
              </a:defRPr>
            </a:lvl9pPr>
          </a:lstStyle>
          <a:p xmlns:a="http://schemas.openxmlformats.org/drawingml/2006/main">
            <a:pPr>
              <a:defRPr sz="1350" b="0">
                <a:solidFill>
                  <a:srgbClr val="526577"/>
                </a:solidFill>
                <a:latin typeface="DejaVu Sans"/>
                <a:ea typeface="DejaVu Sans"/>
                <a:cs typeface="DejaVu Sans"/>
              </a:defRPr>
            </a:pPr>
            <a:r>
              <a:rPr sz="1350" b="0">
                <a:solidFill>
                  <a:srgbClr val="526577"/>
                </a:solidFill>
                <a:latin typeface="DejaVu Sans"/>
                <a:ea typeface="DejaVu Sans"/>
                <a:cs typeface="DejaVu Sans"/>
              </a:rPr>
              <a:t>Success includes PASS and DISTINCTION. All rates use enrollments.</a:t>
            </a:r>
          </a:p>
        </p:txBody>
      </p:sp>
    </p:spTree>
    <p:extLst>
      <p:ext uri="{BB962C8B-B14F-4D97-AF65-F5344CB8AC3E}">
        <p14:creationId xmlns:p14="http://schemas.microsoft.com/office/powerpoint/2010/main" val="196240374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44B4C737-96EC-48BD-ACB0-F2EF79A6074B}"/>
              </a:ext>
            </a:extLst>
          </p:cNvPr>
          <p:cNvSpPr>
            <a:spLocks xmlns:a="http://schemas.openxmlformats.org/drawingml/2006/main" noGrp="1"/>
          </p:cNvSpPr>
          <p:nvPr/>
        </p:nvSpPr>
        <p:spPr>
          <a:xfrm xmlns:a="http://schemas.openxmlformats.org/drawingml/2006/main">
            <a:off x="514350" y="323850"/>
            <a:ext cx="111633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000" b="1">
                <a:solidFill>
                  <a:srgbClr val="132D40"/>
                </a:solidFill>
                <a:latin typeface="DejaVu Sans"/>
                <a:ea typeface="DejaVu Sans"/>
                <a:cs typeface="DejaVu Sans"/>
              </a:defRPr>
            </a:defPPr>
            <a:lvl1pPr>
              <a:defRPr sz="3000" b="1">
                <a:solidFill>
                  <a:srgbClr val="132D40"/>
                </a:solidFill>
                <a:latin typeface="DejaVu Sans"/>
                <a:ea typeface="DejaVu Sans"/>
                <a:cs typeface="DejaVu Sans"/>
              </a:defRPr>
            </a:lvl1pPr>
            <a:lvl2pPr>
              <a:defRPr sz="3000" b="1">
                <a:solidFill>
                  <a:srgbClr val="132D40"/>
                </a:solidFill>
                <a:latin typeface="DejaVu Sans"/>
                <a:ea typeface="DejaVu Sans"/>
                <a:cs typeface="DejaVu Sans"/>
              </a:defRPr>
            </a:lvl2pPr>
            <a:lvl3pPr>
              <a:defRPr sz="3000" b="1">
                <a:solidFill>
                  <a:srgbClr val="132D40"/>
                </a:solidFill>
                <a:latin typeface="DejaVu Sans"/>
                <a:ea typeface="DejaVu Sans"/>
                <a:cs typeface="DejaVu Sans"/>
              </a:defRPr>
            </a:lvl3pPr>
            <a:lvl4pPr>
              <a:defRPr sz="3000" b="1">
                <a:solidFill>
                  <a:srgbClr val="132D40"/>
                </a:solidFill>
                <a:latin typeface="DejaVu Sans"/>
                <a:ea typeface="DejaVu Sans"/>
                <a:cs typeface="DejaVu Sans"/>
              </a:defRPr>
            </a:lvl4pPr>
            <a:lvl5pPr>
              <a:defRPr sz="3000" b="1">
                <a:solidFill>
                  <a:srgbClr val="132D40"/>
                </a:solidFill>
                <a:latin typeface="DejaVu Sans"/>
                <a:ea typeface="DejaVu Sans"/>
                <a:cs typeface="DejaVu Sans"/>
              </a:defRPr>
            </a:lvl5pPr>
            <a:lvl6pPr>
              <a:defRPr sz="3000" b="1">
                <a:solidFill>
                  <a:srgbClr val="132D40"/>
                </a:solidFill>
                <a:latin typeface="DejaVu Sans"/>
                <a:ea typeface="DejaVu Sans"/>
                <a:cs typeface="DejaVu Sans"/>
              </a:defRPr>
            </a:lvl6pPr>
            <a:lvl7pPr>
              <a:defRPr sz="3000" b="1">
                <a:solidFill>
                  <a:srgbClr val="132D40"/>
                </a:solidFill>
                <a:latin typeface="DejaVu Sans"/>
                <a:ea typeface="DejaVu Sans"/>
                <a:cs typeface="DejaVu Sans"/>
              </a:defRPr>
            </a:lvl7pPr>
            <a:lvl8pPr>
              <a:defRPr sz="3000" b="1">
                <a:solidFill>
                  <a:srgbClr val="132D40"/>
                </a:solidFill>
                <a:latin typeface="DejaVu Sans"/>
                <a:ea typeface="DejaVu Sans"/>
                <a:cs typeface="DejaVu Sans"/>
              </a:defRPr>
            </a:lvl8pPr>
            <a:lvl9pPr>
              <a:defRPr sz="3000" b="1">
                <a:solidFill>
                  <a:srgbClr val="132D40"/>
                </a:solidFill>
                <a:latin typeface="DejaVu Sans"/>
                <a:ea typeface="DejaVu Sans"/>
                <a:cs typeface="DejaVu Sans"/>
              </a:defRPr>
            </a:lvl9pPr>
          </a:lstStyle>
          <a:p xmlns:a="http://schemas.openxmlformats.org/drawingml/2006/main">
            <a:pPr>
              <a:defRPr sz="3000" b="1">
                <a:solidFill>
                  <a:srgbClr val="132D40"/>
                </a:solidFill>
                <a:latin typeface="DejaVu Sans"/>
                <a:ea typeface="DejaVu Sans"/>
                <a:cs typeface="DejaVu Sans"/>
              </a:defRPr>
            </a:pPr>
            <a:r>
              <a:rPr sz="3000" b="1">
                <a:solidFill>
                  <a:srgbClr val="132D40"/>
                </a:solidFill>
                <a:latin typeface="DejaVu Sans"/>
                <a:ea typeface="DejaVu Sans"/>
                <a:cs typeface="DejaVu Sans"/>
              </a:rPr>
              <a:t>CCC and DDD have the highest combined rates</a:t>
            </a:r>
          </a:p>
        </p:txBody>
      </p:sp>
      <p:sp>
        <p:nvSpPr>
          <p:cNvPr id="2" name="text-1">
            <a:extLst xmlns:a="http://schemas.openxmlformats.org/drawingml/2006/main">
              <a:ext uri="{FF2B5EF4-FFF2-40B4-BE49-F238E27FC236}">
                <a16:creationId xmlns:a16="http://schemas.microsoft.com/office/drawing/2014/main" id="{079E9658-4AFF-4DCE-B241-EC0201AAEE07}"/>
              </a:ext>
            </a:extLst>
          </p:cNvPr>
          <p:cNvSpPr>
            <a:spLocks xmlns:a="http://schemas.openxmlformats.org/drawingml/2006/main" noGrp="1"/>
          </p:cNvSpPr>
          <p:nvPr/>
        </p:nvSpPr>
        <p:spPr>
          <a:xfrm xmlns:a="http://schemas.openxmlformats.org/drawingml/2006/main">
            <a:off x="533400" y="1362075"/>
            <a:ext cx="1104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500" b="0">
                <a:solidFill>
                  <a:srgbClr val="526577"/>
                </a:solidFill>
                <a:latin typeface="DejaVu Sans"/>
                <a:ea typeface="DejaVu Sans"/>
                <a:cs typeface="DejaVu Sans"/>
              </a:defRPr>
            </a:defPPr>
            <a:lvl1pPr>
              <a:defRPr sz="1500" b="0">
                <a:solidFill>
                  <a:srgbClr val="526577"/>
                </a:solidFill>
                <a:latin typeface="DejaVu Sans"/>
                <a:ea typeface="DejaVu Sans"/>
                <a:cs typeface="DejaVu Sans"/>
              </a:defRPr>
            </a:lvl1pPr>
            <a:lvl2pPr>
              <a:defRPr sz="1500" b="0">
                <a:solidFill>
                  <a:srgbClr val="526577"/>
                </a:solidFill>
                <a:latin typeface="DejaVu Sans"/>
                <a:ea typeface="DejaVu Sans"/>
                <a:cs typeface="DejaVu Sans"/>
              </a:defRPr>
            </a:lvl2pPr>
            <a:lvl3pPr>
              <a:defRPr sz="1500" b="0">
                <a:solidFill>
                  <a:srgbClr val="526577"/>
                </a:solidFill>
                <a:latin typeface="DejaVu Sans"/>
                <a:ea typeface="DejaVu Sans"/>
                <a:cs typeface="DejaVu Sans"/>
              </a:defRPr>
            </a:lvl3pPr>
            <a:lvl4pPr>
              <a:defRPr sz="1500" b="0">
                <a:solidFill>
                  <a:srgbClr val="526577"/>
                </a:solidFill>
                <a:latin typeface="DejaVu Sans"/>
                <a:ea typeface="DejaVu Sans"/>
                <a:cs typeface="DejaVu Sans"/>
              </a:defRPr>
            </a:lvl4pPr>
            <a:lvl5pPr>
              <a:defRPr sz="1500" b="0">
                <a:solidFill>
                  <a:srgbClr val="526577"/>
                </a:solidFill>
                <a:latin typeface="DejaVu Sans"/>
                <a:ea typeface="DejaVu Sans"/>
                <a:cs typeface="DejaVu Sans"/>
              </a:defRPr>
            </a:lvl5pPr>
            <a:lvl6pPr>
              <a:defRPr sz="1500" b="0">
                <a:solidFill>
                  <a:srgbClr val="526577"/>
                </a:solidFill>
                <a:latin typeface="DejaVu Sans"/>
                <a:ea typeface="DejaVu Sans"/>
                <a:cs typeface="DejaVu Sans"/>
              </a:defRPr>
            </a:lvl6pPr>
            <a:lvl7pPr>
              <a:defRPr sz="1500" b="0">
                <a:solidFill>
                  <a:srgbClr val="526577"/>
                </a:solidFill>
                <a:latin typeface="DejaVu Sans"/>
                <a:ea typeface="DejaVu Sans"/>
                <a:cs typeface="DejaVu Sans"/>
              </a:defRPr>
            </a:lvl7pPr>
            <a:lvl8pPr>
              <a:defRPr sz="1500" b="0">
                <a:solidFill>
                  <a:srgbClr val="526577"/>
                </a:solidFill>
                <a:latin typeface="DejaVu Sans"/>
                <a:ea typeface="DejaVu Sans"/>
                <a:cs typeface="DejaVu Sans"/>
              </a:defRPr>
            </a:lvl8pPr>
            <a:lvl9pPr>
              <a:defRPr sz="1500" b="0">
                <a:solidFill>
                  <a:srgbClr val="526577"/>
                </a:solidFill>
                <a:latin typeface="DejaVu Sans"/>
                <a:ea typeface="DejaVu Sans"/>
                <a:cs typeface="DejaVu Sans"/>
              </a:defRPr>
            </a:lvl9pPr>
          </a:lstStyle>
          <a:p xmlns:a="http://schemas.openxmlformats.org/drawingml/2006/main">
            <a:pPr>
              <a:defRPr sz="1500" b="0">
                <a:solidFill>
                  <a:srgbClr val="526577"/>
                </a:solidFill>
                <a:latin typeface="DejaVu Sans"/>
                <a:ea typeface="DejaVu Sans"/>
                <a:cs typeface="DejaVu Sans"/>
              </a:defRPr>
            </a:pPr>
            <a:r>
              <a:rPr sz="1500" b="0">
                <a:solidFill>
                  <a:srgbClr val="526577"/>
                </a:solidFill>
                <a:latin typeface="DejaVu Sans"/>
                <a:ea typeface="DejaVu Sans"/>
                <a:cs typeface="DejaVu Sans"/>
              </a:rPr>
              <a:t>BBB and FFF have the largest case volumes: 4,155 and 4,114 affected enrollments</a:t>
            </a:r>
          </a:p>
        </p:txBody>
      </p:sp>
      <p:sp>
        <p:nvSpPr>
          <p:cNvPr id="3" name="text-2">
            <a:extLst xmlns:a="http://schemas.openxmlformats.org/drawingml/2006/main">
              <a:ext uri="{FF2B5EF4-FFF2-40B4-BE49-F238E27FC236}">
                <a16:creationId xmlns:a16="http://schemas.microsoft.com/office/drawing/2014/main" id="{B72A16CE-F2AF-4628-A6CC-715CA90B8C59}"/>
              </a:ext>
            </a:extLst>
          </p:cNvPr>
          <p:cNvSpPr>
            <a:spLocks xmlns:a="http://schemas.openxmlformats.org/drawingml/2006/main" noGrp="1"/>
          </p:cNvSpPr>
          <p:nvPr/>
        </p:nvSpPr>
        <p:spPr>
          <a:xfrm xmlns:a="http://schemas.openxmlformats.org/drawingml/2006/main">
            <a:off x="11334750" y="6477000"/>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050" b="0">
                <a:solidFill>
                  <a:srgbClr val="526577"/>
                </a:solidFill>
                <a:latin typeface="DejaVu Sans"/>
                <a:ea typeface="DejaVu Sans"/>
                <a:cs typeface="DejaVu Sans"/>
              </a:defRPr>
            </a:defPPr>
            <a:lvl1pPr>
              <a:defRPr sz="1050" b="0">
                <a:solidFill>
                  <a:srgbClr val="526577"/>
                </a:solidFill>
                <a:latin typeface="DejaVu Sans"/>
                <a:ea typeface="DejaVu Sans"/>
                <a:cs typeface="DejaVu Sans"/>
              </a:defRPr>
            </a:lvl1pPr>
            <a:lvl2pPr>
              <a:defRPr sz="1050" b="0">
                <a:solidFill>
                  <a:srgbClr val="526577"/>
                </a:solidFill>
                <a:latin typeface="DejaVu Sans"/>
                <a:ea typeface="DejaVu Sans"/>
                <a:cs typeface="DejaVu Sans"/>
              </a:defRPr>
            </a:lvl2pPr>
            <a:lvl3pPr>
              <a:defRPr sz="1050" b="0">
                <a:solidFill>
                  <a:srgbClr val="526577"/>
                </a:solidFill>
                <a:latin typeface="DejaVu Sans"/>
                <a:ea typeface="DejaVu Sans"/>
                <a:cs typeface="DejaVu Sans"/>
              </a:defRPr>
            </a:lvl3pPr>
            <a:lvl4pPr>
              <a:defRPr sz="1050" b="0">
                <a:solidFill>
                  <a:srgbClr val="526577"/>
                </a:solidFill>
                <a:latin typeface="DejaVu Sans"/>
                <a:ea typeface="DejaVu Sans"/>
                <a:cs typeface="DejaVu Sans"/>
              </a:defRPr>
            </a:lvl4pPr>
            <a:lvl5pPr>
              <a:defRPr sz="1050" b="0">
                <a:solidFill>
                  <a:srgbClr val="526577"/>
                </a:solidFill>
                <a:latin typeface="DejaVu Sans"/>
                <a:ea typeface="DejaVu Sans"/>
                <a:cs typeface="DejaVu Sans"/>
              </a:defRPr>
            </a:lvl5pPr>
            <a:lvl6pPr>
              <a:defRPr sz="1050" b="0">
                <a:solidFill>
                  <a:srgbClr val="526577"/>
                </a:solidFill>
                <a:latin typeface="DejaVu Sans"/>
                <a:ea typeface="DejaVu Sans"/>
                <a:cs typeface="DejaVu Sans"/>
              </a:defRPr>
            </a:lvl6pPr>
            <a:lvl7pPr>
              <a:defRPr sz="1050" b="0">
                <a:solidFill>
                  <a:srgbClr val="526577"/>
                </a:solidFill>
                <a:latin typeface="DejaVu Sans"/>
                <a:ea typeface="DejaVu Sans"/>
                <a:cs typeface="DejaVu Sans"/>
              </a:defRPr>
            </a:lvl7pPr>
            <a:lvl8pPr>
              <a:defRPr sz="1050" b="0">
                <a:solidFill>
                  <a:srgbClr val="526577"/>
                </a:solidFill>
                <a:latin typeface="DejaVu Sans"/>
                <a:ea typeface="DejaVu Sans"/>
                <a:cs typeface="DejaVu Sans"/>
              </a:defRPr>
            </a:lvl8pPr>
            <a:lvl9pPr>
              <a:defRPr sz="1050" b="0">
                <a:solidFill>
                  <a:srgbClr val="526577"/>
                </a:solidFill>
                <a:latin typeface="DejaVu Sans"/>
                <a:ea typeface="DejaVu Sans"/>
                <a:cs typeface="DejaVu Sans"/>
              </a:defRPr>
            </a:lvl9pPr>
          </a:lstStyle>
          <a:p xmlns:a="http://schemas.openxmlformats.org/drawingml/2006/main">
            <a:pPr>
              <a:defRPr sz="1050" b="0">
                <a:solidFill>
                  <a:srgbClr val="526577"/>
                </a:solidFill>
                <a:latin typeface="DejaVu Sans"/>
                <a:ea typeface="DejaVu Sans"/>
                <a:cs typeface="DejaVu Sans"/>
              </a:defRPr>
            </a:pPr>
            <a:r>
              <a:rPr sz="1050" b="0">
                <a:solidFill>
                  <a:srgbClr val="526577"/>
                </a:solidFill>
                <a:latin typeface="DejaVu Sans"/>
                <a:ea typeface="DejaVu Sans"/>
                <a:cs typeface="DejaVu Sans"/>
              </a:rPr>
              <a:t>03</a:t>
            </a:r>
          </a:p>
        </p:txBody>
      </p:sp>
      <p:graphicFrame>
        <p:nvGraphicFramePr>
          <p:cNvPr id="4" name="Chart">
            <a:extLst xmlns:a="http://schemas.openxmlformats.org/drawingml/2006/main">
              <a:ext uri="{FF2B5EF4-FFF2-40B4-BE49-F238E27FC236}">
                <a16:creationId xmlns:a16="http://schemas.microsoft.com/office/drawing/2014/main" id="{8B060F36-0454-482F-8D09-C1A904D33DF4}"/>
              </a:ext>
            </a:extLst>
          </p:cNvPr>
          <p:cNvGraphicFramePr/>
          <p:nvPr/>
        </p:nvGraphicFramePr>
        <p:xfrm>
          <a:off xmlns:a="http://schemas.openxmlformats.org/drawingml/2006/main" x="514350" y="1762125"/>
          <a:ext xmlns:a="http://schemas.openxmlformats.org/drawingml/2006/main" cx="11144250" cy="3381375"/>
        </p:xfrm>
        <a:graphic xmlns:a="http://schemas.openxmlformats.org/drawingml/2006/main">
          <a:graphicData uri="http://schemas.openxmlformats.org/drawingml/2006/chart">
            <c:chart xmlns:r="http://schemas.openxmlformats.org/officeDocument/2006/relationships" xmlns:c="http://schemas.openxmlformats.org/drawingml/2006/chart" r:id="R8ba104899c934878"/>
          </a:graphicData>
        </a:graphic>
      </p:graphicFrame>
      <p:sp>
        <p:nvSpPr>
          <p:cNvPr id="5" name="text-3">
            <a:extLst xmlns:a="http://schemas.openxmlformats.org/drawingml/2006/main">
              <a:ext uri="{FF2B5EF4-FFF2-40B4-BE49-F238E27FC236}">
                <a16:creationId xmlns:a16="http://schemas.microsoft.com/office/drawing/2014/main" id="{4D8D3D6A-181E-48A5-BA90-1A282F9027E7}"/>
              </a:ext>
            </a:extLst>
          </p:cNvPr>
          <p:cNvSpPr>
            <a:spLocks xmlns:a="http://schemas.openxmlformats.org/drawingml/2006/main" noGrp="1"/>
          </p:cNvSpPr>
          <p:nvPr/>
        </p:nvSpPr>
        <p:spPr>
          <a:xfrm xmlns:a="http://schemas.openxmlformats.org/drawingml/2006/main">
            <a:off x="533400" y="5495925"/>
            <a:ext cx="1095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00" b="1">
                <a:solidFill>
                  <a:srgbClr val="177E82"/>
                </a:solidFill>
                <a:latin typeface="DejaVu Sans"/>
                <a:ea typeface="DejaVu Sans"/>
                <a:cs typeface="DejaVu Sans"/>
              </a:defRPr>
            </a:defPPr>
            <a:lvl1pPr>
              <a:defRPr sz="1200" b="1">
                <a:solidFill>
                  <a:srgbClr val="177E82"/>
                </a:solidFill>
                <a:latin typeface="DejaVu Sans"/>
                <a:ea typeface="DejaVu Sans"/>
                <a:cs typeface="DejaVu Sans"/>
              </a:defRPr>
            </a:lvl1pPr>
            <a:lvl2pPr>
              <a:defRPr sz="1200" b="1">
                <a:solidFill>
                  <a:srgbClr val="177E82"/>
                </a:solidFill>
                <a:latin typeface="DejaVu Sans"/>
                <a:ea typeface="DejaVu Sans"/>
                <a:cs typeface="DejaVu Sans"/>
              </a:defRPr>
            </a:lvl2pPr>
            <a:lvl3pPr>
              <a:defRPr sz="1200" b="1">
                <a:solidFill>
                  <a:srgbClr val="177E82"/>
                </a:solidFill>
                <a:latin typeface="DejaVu Sans"/>
                <a:ea typeface="DejaVu Sans"/>
                <a:cs typeface="DejaVu Sans"/>
              </a:defRPr>
            </a:lvl3pPr>
            <a:lvl4pPr>
              <a:defRPr sz="1200" b="1">
                <a:solidFill>
                  <a:srgbClr val="177E82"/>
                </a:solidFill>
                <a:latin typeface="DejaVu Sans"/>
                <a:ea typeface="DejaVu Sans"/>
                <a:cs typeface="DejaVu Sans"/>
              </a:defRPr>
            </a:lvl4pPr>
            <a:lvl5pPr>
              <a:defRPr sz="1200" b="1">
                <a:solidFill>
                  <a:srgbClr val="177E82"/>
                </a:solidFill>
                <a:latin typeface="DejaVu Sans"/>
                <a:ea typeface="DejaVu Sans"/>
                <a:cs typeface="DejaVu Sans"/>
              </a:defRPr>
            </a:lvl5pPr>
            <a:lvl6pPr>
              <a:defRPr sz="1200" b="1">
                <a:solidFill>
                  <a:srgbClr val="177E82"/>
                </a:solidFill>
                <a:latin typeface="DejaVu Sans"/>
                <a:ea typeface="DejaVu Sans"/>
                <a:cs typeface="DejaVu Sans"/>
              </a:defRPr>
            </a:lvl6pPr>
            <a:lvl7pPr>
              <a:defRPr sz="1200" b="1">
                <a:solidFill>
                  <a:srgbClr val="177E82"/>
                </a:solidFill>
                <a:latin typeface="DejaVu Sans"/>
                <a:ea typeface="DejaVu Sans"/>
                <a:cs typeface="DejaVu Sans"/>
              </a:defRPr>
            </a:lvl7pPr>
            <a:lvl8pPr>
              <a:defRPr sz="1200" b="1">
                <a:solidFill>
                  <a:srgbClr val="177E82"/>
                </a:solidFill>
                <a:latin typeface="DejaVu Sans"/>
                <a:ea typeface="DejaVu Sans"/>
                <a:cs typeface="DejaVu Sans"/>
              </a:defRPr>
            </a:lvl8pPr>
            <a:lvl9pPr>
              <a:defRPr sz="1200" b="1">
                <a:solidFill>
                  <a:srgbClr val="177E82"/>
                </a:solidFill>
                <a:latin typeface="DejaVu Sans"/>
                <a:ea typeface="DejaVu Sans"/>
                <a:cs typeface="DejaVu Sans"/>
              </a:defRPr>
            </a:lvl9pPr>
          </a:lstStyle>
          <a:p xmlns:a="http://schemas.openxmlformats.org/drawingml/2006/main">
            <a:pPr>
              <a:defRPr sz="1200" b="1">
                <a:solidFill>
                  <a:srgbClr val="177E82"/>
                </a:solidFill>
                <a:latin typeface="DejaVu Sans"/>
                <a:ea typeface="DejaVu Sans"/>
                <a:cs typeface="DejaVu Sans"/>
              </a:defRPr>
            </a:pPr>
            <a:r>
              <a:rPr sz="1200" b="1">
                <a:solidFill>
                  <a:srgbClr val="177E82"/>
                </a:solidFill>
                <a:latin typeface="DejaVu Sans"/>
                <a:ea typeface="DejaVu Sans"/>
                <a:cs typeface="DejaVu Sans"/>
              </a:rPr>
              <a:t>PROPOSED SUPPORT</a:t>
            </a:r>
          </a:p>
        </p:txBody>
      </p:sp>
      <p:sp>
        <p:nvSpPr>
          <p:cNvPr id="6" name="text-4">
            <a:extLst xmlns:a="http://schemas.openxmlformats.org/drawingml/2006/main">
              <a:ext uri="{FF2B5EF4-FFF2-40B4-BE49-F238E27FC236}">
                <a16:creationId xmlns:a16="http://schemas.microsoft.com/office/drawing/2014/main" id="{8CE70C23-135E-4946-B792-28CF7463DBDE}"/>
              </a:ext>
            </a:extLst>
          </p:cNvPr>
          <p:cNvSpPr>
            <a:spLocks xmlns:a="http://schemas.openxmlformats.org/drawingml/2006/main" noGrp="1"/>
          </p:cNvSpPr>
          <p:nvPr/>
        </p:nvSpPr>
        <p:spPr>
          <a:xfrm xmlns:a="http://schemas.openxmlformats.org/drawingml/2006/main">
            <a:off x="533400" y="5810250"/>
            <a:ext cx="109537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725" b="0">
                <a:solidFill>
                  <a:srgbClr val="132D40"/>
                </a:solidFill>
                <a:latin typeface="DejaVu Sans"/>
                <a:ea typeface="DejaVu Sans"/>
                <a:cs typeface="DejaVu Sans"/>
              </a:defRPr>
            </a:defPPr>
            <a:lvl1pPr>
              <a:defRPr sz="1725" b="0">
                <a:solidFill>
                  <a:srgbClr val="132D40"/>
                </a:solidFill>
                <a:latin typeface="DejaVu Sans"/>
                <a:ea typeface="DejaVu Sans"/>
                <a:cs typeface="DejaVu Sans"/>
              </a:defRPr>
            </a:lvl1pPr>
            <a:lvl2pPr>
              <a:defRPr sz="1725" b="0">
                <a:solidFill>
                  <a:srgbClr val="132D40"/>
                </a:solidFill>
                <a:latin typeface="DejaVu Sans"/>
                <a:ea typeface="DejaVu Sans"/>
                <a:cs typeface="DejaVu Sans"/>
              </a:defRPr>
            </a:lvl2pPr>
            <a:lvl3pPr>
              <a:defRPr sz="1725" b="0">
                <a:solidFill>
                  <a:srgbClr val="132D40"/>
                </a:solidFill>
                <a:latin typeface="DejaVu Sans"/>
                <a:ea typeface="DejaVu Sans"/>
                <a:cs typeface="DejaVu Sans"/>
              </a:defRPr>
            </a:lvl3pPr>
            <a:lvl4pPr>
              <a:defRPr sz="1725" b="0">
                <a:solidFill>
                  <a:srgbClr val="132D40"/>
                </a:solidFill>
                <a:latin typeface="DejaVu Sans"/>
                <a:ea typeface="DejaVu Sans"/>
                <a:cs typeface="DejaVu Sans"/>
              </a:defRPr>
            </a:lvl4pPr>
            <a:lvl5pPr>
              <a:defRPr sz="1725" b="0">
                <a:solidFill>
                  <a:srgbClr val="132D40"/>
                </a:solidFill>
                <a:latin typeface="DejaVu Sans"/>
                <a:ea typeface="DejaVu Sans"/>
                <a:cs typeface="DejaVu Sans"/>
              </a:defRPr>
            </a:lvl5pPr>
            <a:lvl6pPr>
              <a:defRPr sz="1725" b="0">
                <a:solidFill>
                  <a:srgbClr val="132D40"/>
                </a:solidFill>
                <a:latin typeface="DejaVu Sans"/>
                <a:ea typeface="DejaVu Sans"/>
                <a:cs typeface="DejaVu Sans"/>
              </a:defRPr>
            </a:lvl6pPr>
            <a:lvl7pPr>
              <a:defRPr sz="1725" b="0">
                <a:solidFill>
                  <a:srgbClr val="132D40"/>
                </a:solidFill>
                <a:latin typeface="DejaVu Sans"/>
                <a:ea typeface="DejaVu Sans"/>
                <a:cs typeface="DejaVu Sans"/>
              </a:defRPr>
            </a:lvl7pPr>
            <a:lvl8pPr>
              <a:defRPr sz="1725" b="0">
                <a:solidFill>
                  <a:srgbClr val="132D40"/>
                </a:solidFill>
                <a:latin typeface="DejaVu Sans"/>
                <a:ea typeface="DejaVu Sans"/>
                <a:cs typeface="DejaVu Sans"/>
              </a:defRPr>
            </a:lvl8pPr>
            <a:lvl9pPr>
              <a:defRPr sz="1725" b="0">
                <a:solidFill>
                  <a:srgbClr val="132D40"/>
                </a:solidFill>
                <a:latin typeface="DejaVu Sans"/>
                <a:ea typeface="DejaVu Sans"/>
                <a:cs typeface="DejaVu Sans"/>
              </a:defRPr>
            </a:lvl9pPr>
          </a:lstStyle>
          <a:p xmlns:a="http://schemas.openxmlformats.org/drawingml/2006/main">
            <a:pPr>
              <a:defRPr sz="1725" b="0">
                <a:solidFill>
                  <a:srgbClr val="132D40"/>
                </a:solidFill>
                <a:latin typeface="DejaVu Sans"/>
                <a:ea typeface="DejaVu Sans"/>
                <a:cs typeface="DejaVu Sans"/>
              </a:defRPr>
            </a:pPr>
            <a:r>
              <a:rPr sz="1725" b="0">
                <a:solidFill>
                  <a:srgbClr val="132D40"/>
                </a:solidFill>
                <a:latin typeface="DejaVu Sans"/>
                <a:ea typeface="DejaVu Sans"/>
                <a:cs typeface="DejaVu Sans"/>
              </a:rPr>
              <a:t>CCC and DDD need retention support. BBB and FFF need capacity for case volume. GGG needs academic support.</a:t>
            </a:r>
          </a:p>
        </p:txBody>
      </p:sp>
    </p:spTree>
    <p:extLst>
      <p:ext uri="{BB962C8B-B14F-4D97-AF65-F5344CB8AC3E}">
        <p14:creationId xmlns:p14="http://schemas.microsoft.com/office/powerpoint/2010/main" val="143555612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2C661875-096C-44DC-AE47-54EAFB6C57F6}"/>
              </a:ext>
            </a:extLst>
          </p:cNvPr>
          <p:cNvSpPr>
            <a:spLocks xmlns:a="http://schemas.openxmlformats.org/drawingml/2006/main" noGrp="1"/>
          </p:cNvSpPr>
          <p:nvPr/>
        </p:nvSpPr>
        <p:spPr>
          <a:xfrm xmlns:a="http://schemas.openxmlformats.org/drawingml/2006/main">
            <a:off x="514350" y="323850"/>
            <a:ext cx="111633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000" b="1">
                <a:solidFill>
                  <a:srgbClr val="132D40"/>
                </a:solidFill>
                <a:latin typeface="DejaVu Sans"/>
                <a:ea typeface="DejaVu Sans"/>
                <a:cs typeface="DejaVu Sans"/>
              </a:defRPr>
            </a:defPPr>
            <a:lvl1pPr>
              <a:defRPr sz="3000" b="1">
                <a:solidFill>
                  <a:srgbClr val="132D40"/>
                </a:solidFill>
                <a:latin typeface="DejaVu Sans"/>
                <a:ea typeface="DejaVu Sans"/>
                <a:cs typeface="DejaVu Sans"/>
              </a:defRPr>
            </a:lvl1pPr>
            <a:lvl2pPr>
              <a:defRPr sz="3000" b="1">
                <a:solidFill>
                  <a:srgbClr val="132D40"/>
                </a:solidFill>
                <a:latin typeface="DejaVu Sans"/>
                <a:ea typeface="DejaVu Sans"/>
                <a:cs typeface="DejaVu Sans"/>
              </a:defRPr>
            </a:lvl2pPr>
            <a:lvl3pPr>
              <a:defRPr sz="3000" b="1">
                <a:solidFill>
                  <a:srgbClr val="132D40"/>
                </a:solidFill>
                <a:latin typeface="DejaVu Sans"/>
                <a:ea typeface="DejaVu Sans"/>
                <a:cs typeface="DejaVu Sans"/>
              </a:defRPr>
            </a:lvl3pPr>
            <a:lvl4pPr>
              <a:defRPr sz="3000" b="1">
                <a:solidFill>
                  <a:srgbClr val="132D40"/>
                </a:solidFill>
                <a:latin typeface="DejaVu Sans"/>
                <a:ea typeface="DejaVu Sans"/>
                <a:cs typeface="DejaVu Sans"/>
              </a:defRPr>
            </a:lvl4pPr>
            <a:lvl5pPr>
              <a:defRPr sz="3000" b="1">
                <a:solidFill>
                  <a:srgbClr val="132D40"/>
                </a:solidFill>
                <a:latin typeface="DejaVu Sans"/>
                <a:ea typeface="DejaVu Sans"/>
                <a:cs typeface="DejaVu Sans"/>
              </a:defRPr>
            </a:lvl5pPr>
            <a:lvl6pPr>
              <a:defRPr sz="3000" b="1">
                <a:solidFill>
                  <a:srgbClr val="132D40"/>
                </a:solidFill>
                <a:latin typeface="DejaVu Sans"/>
                <a:ea typeface="DejaVu Sans"/>
                <a:cs typeface="DejaVu Sans"/>
              </a:defRPr>
            </a:lvl6pPr>
            <a:lvl7pPr>
              <a:defRPr sz="3000" b="1">
                <a:solidFill>
                  <a:srgbClr val="132D40"/>
                </a:solidFill>
                <a:latin typeface="DejaVu Sans"/>
                <a:ea typeface="DejaVu Sans"/>
                <a:cs typeface="DejaVu Sans"/>
              </a:defRPr>
            </a:lvl7pPr>
            <a:lvl8pPr>
              <a:defRPr sz="3000" b="1">
                <a:solidFill>
                  <a:srgbClr val="132D40"/>
                </a:solidFill>
                <a:latin typeface="DejaVu Sans"/>
                <a:ea typeface="DejaVu Sans"/>
                <a:cs typeface="DejaVu Sans"/>
              </a:defRPr>
            </a:lvl8pPr>
            <a:lvl9pPr>
              <a:defRPr sz="3000" b="1">
                <a:solidFill>
                  <a:srgbClr val="132D40"/>
                </a:solidFill>
                <a:latin typeface="DejaVu Sans"/>
                <a:ea typeface="DejaVu Sans"/>
                <a:cs typeface="DejaVu Sans"/>
              </a:defRPr>
            </a:lvl9pPr>
          </a:lstStyle>
          <a:p xmlns:a="http://schemas.openxmlformats.org/drawingml/2006/main">
            <a:pPr>
              <a:defRPr sz="3000" b="1">
                <a:solidFill>
                  <a:srgbClr val="132D40"/>
                </a:solidFill>
                <a:latin typeface="DejaVu Sans"/>
                <a:ea typeface="DejaVu Sans"/>
                <a:cs typeface="DejaVu Sans"/>
              </a:defRPr>
            </a:pPr>
            <a:r>
              <a:rPr sz="3000" b="1">
                <a:solidFill>
                  <a:srgbClr val="132D40"/>
                </a:solidFill>
                <a:latin typeface="DejaVu Sans"/>
                <a:ea typeface="DejaVu Sans"/>
                <a:cs typeface="DejaVu Sans"/>
              </a:rPr>
              <a:t>Half of withdrawals occur before month one ends</a:t>
            </a:r>
          </a:p>
        </p:txBody>
      </p:sp>
      <p:sp>
        <p:nvSpPr>
          <p:cNvPr id="2" name="text-1">
            <a:extLst xmlns:a="http://schemas.openxmlformats.org/drawingml/2006/main">
              <a:ext uri="{FF2B5EF4-FFF2-40B4-BE49-F238E27FC236}">
                <a16:creationId xmlns:a16="http://schemas.microsoft.com/office/drawing/2014/main" id="{69867027-D272-4E44-8C44-B311482B7508}"/>
              </a:ext>
            </a:extLst>
          </p:cNvPr>
          <p:cNvSpPr>
            <a:spLocks xmlns:a="http://schemas.openxmlformats.org/drawingml/2006/main" noGrp="1"/>
          </p:cNvSpPr>
          <p:nvPr/>
        </p:nvSpPr>
        <p:spPr>
          <a:xfrm xmlns:a="http://schemas.openxmlformats.org/drawingml/2006/main">
            <a:off x="533400" y="1362075"/>
            <a:ext cx="1104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500" b="0">
                <a:solidFill>
                  <a:srgbClr val="526577"/>
                </a:solidFill>
                <a:latin typeface="DejaVu Sans"/>
                <a:ea typeface="DejaVu Sans"/>
                <a:cs typeface="DejaVu Sans"/>
              </a:defRPr>
            </a:defPPr>
            <a:lvl1pPr>
              <a:defRPr sz="1500" b="0">
                <a:solidFill>
                  <a:srgbClr val="526577"/>
                </a:solidFill>
                <a:latin typeface="DejaVu Sans"/>
                <a:ea typeface="DejaVu Sans"/>
                <a:cs typeface="DejaVu Sans"/>
              </a:defRPr>
            </a:lvl1pPr>
            <a:lvl2pPr>
              <a:defRPr sz="1500" b="0">
                <a:solidFill>
                  <a:srgbClr val="526577"/>
                </a:solidFill>
                <a:latin typeface="DejaVu Sans"/>
                <a:ea typeface="DejaVu Sans"/>
                <a:cs typeface="DejaVu Sans"/>
              </a:defRPr>
            </a:lvl2pPr>
            <a:lvl3pPr>
              <a:defRPr sz="1500" b="0">
                <a:solidFill>
                  <a:srgbClr val="526577"/>
                </a:solidFill>
                <a:latin typeface="DejaVu Sans"/>
                <a:ea typeface="DejaVu Sans"/>
                <a:cs typeface="DejaVu Sans"/>
              </a:defRPr>
            </a:lvl3pPr>
            <a:lvl4pPr>
              <a:defRPr sz="1500" b="0">
                <a:solidFill>
                  <a:srgbClr val="526577"/>
                </a:solidFill>
                <a:latin typeface="DejaVu Sans"/>
                <a:ea typeface="DejaVu Sans"/>
                <a:cs typeface="DejaVu Sans"/>
              </a:defRPr>
            </a:lvl4pPr>
            <a:lvl5pPr>
              <a:defRPr sz="1500" b="0">
                <a:solidFill>
                  <a:srgbClr val="526577"/>
                </a:solidFill>
                <a:latin typeface="DejaVu Sans"/>
                <a:ea typeface="DejaVu Sans"/>
                <a:cs typeface="DejaVu Sans"/>
              </a:defRPr>
            </a:lvl5pPr>
            <a:lvl6pPr>
              <a:defRPr sz="1500" b="0">
                <a:solidFill>
                  <a:srgbClr val="526577"/>
                </a:solidFill>
                <a:latin typeface="DejaVu Sans"/>
                <a:ea typeface="DejaVu Sans"/>
                <a:cs typeface="DejaVu Sans"/>
              </a:defRPr>
            </a:lvl6pPr>
            <a:lvl7pPr>
              <a:defRPr sz="1500" b="0">
                <a:solidFill>
                  <a:srgbClr val="526577"/>
                </a:solidFill>
                <a:latin typeface="DejaVu Sans"/>
                <a:ea typeface="DejaVu Sans"/>
                <a:cs typeface="DejaVu Sans"/>
              </a:defRPr>
            </a:lvl7pPr>
            <a:lvl8pPr>
              <a:defRPr sz="1500" b="0">
                <a:solidFill>
                  <a:srgbClr val="526577"/>
                </a:solidFill>
                <a:latin typeface="DejaVu Sans"/>
                <a:ea typeface="DejaVu Sans"/>
                <a:cs typeface="DejaVu Sans"/>
              </a:defRPr>
            </a:lvl8pPr>
            <a:lvl9pPr>
              <a:defRPr sz="1500" b="0">
                <a:solidFill>
                  <a:srgbClr val="526577"/>
                </a:solidFill>
                <a:latin typeface="DejaVu Sans"/>
                <a:ea typeface="DejaVu Sans"/>
                <a:cs typeface="DejaVu Sans"/>
              </a:defRPr>
            </a:lvl9pPr>
          </a:lstStyle>
          <a:p xmlns:a="http://schemas.openxmlformats.org/drawingml/2006/main">
            <a:pPr>
              <a:defRPr sz="1500" b="0">
                <a:solidFill>
                  <a:srgbClr val="526577"/>
                </a:solidFill>
                <a:latin typeface="DejaVu Sans"/>
                <a:ea typeface="DejaVu Sans"/>
                <a:cs typeface="DejaVu Sans"/>
              </a:defRPr>
            </a:pPr>
            <a:r>
              <a:rPr sz="1500" b="0">
                <a:solidFill>
                  <a:srgbClr val="526577"/>
                </a:solidFill>
                <a:latin typeface="DejaVu Sans"/>
                <a:ea typeface="DejaVu Sans"/>
                <a:cs typeface="DejaVu Sans"/>
              </a:rPr>
              <a:t>Percentages below describe shares of all 10,156 withdrawals</a:t>
            </a:r>
          </a:p>
        </p:txBody>
      </p:sp>
      <p:sp>
        <p:nvSpPr>
          <p:cNvPr id="3" name="text-2">
            <a:extLst xmlns:a="http://schemas.openxmlformats.org/drawingml/2006/main">
              <a:ext uri="{FF2B5EF4-FFF2-40B4-BE49-F238E27FC236}">
                <a16:creationId xmlns:a16="http://schemas.microsoft.com/office/drawing/2014/main" id="{8DE07A34-7AEE-44E8-B8BE-A10B8A4824BF}"/>
              </a:ext>
            </a:extLst>
          </p:cNvPr>
          <p:cNvSpPr>
            <a:spLocks xmlns:a="http://schemas.openxmlformats.org/drawingml/2006/main" noGrp="1"/>
          </p:cNvSpPr>
          <p:nvPr/>
        </p:nvSpPr>
        <p:spPr>
          <a:xfrm xmlns:a="http://schemas.openxmlformats.org/drawingml/2006/main">
            <a:off x="11334750" y="6477000"/>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050" b="0">
                <a:solidFill>
                  <a:srgbClr val="526577"/>
                </a:solidFill>
                <a:latin typeface="DejaVu Sans"/>
                <a:ea typeface="DejaVu Sans"/>
                <a:cs typeface="DejaVu Sans"/>
              </a:defRPr>
            </a:defPPr>
            <a:lvl1pPr>
              <a:defRPr sz="1050" b="0">
                <a:solidFill>
                  <a:srgbClr val="526577"/>
                </a:solidFill>
                <a:latin typeface="DejaVu Sans"/>
                <a:ea typeface="DejaVu Sans"/>
                <a:cs typeface="DejaVu Sans"/>
              </a:defRPr>
            </a:lvl1pPr>
            <a:lvl2pPr>
              <a:defRPr sz="1050" b="0">
                <a:solidFill>
                  <a:srgbClr val="526577"/>
                </a:solidFill>
                <a:latin typeface="DejaVu Sans"/>
                <a:ea typeface="DejaVu Sans"/>
                <a:cs typeface="DejaVu Sans"/>
              </a:defRPr>
            </a:lvl2pPr>
            <a:lvl3pPr>
              <a:defRPr sz="1050" b="0">
                <a:solidFill>
                  <a:srgbClr val="526577"/>
                </a:solidFill>
                <a:latin typeface="DejaVu Sans"/>
                <a:ea typeface="DejaVu Sans"/>
                <a:cs typeface="DejaVu Sans"/>
              </a:defRPr>
            </a:lvl3pPr>
            <a:lvl4pPr>
              <a:defRPr sz="1050" b="0">
                <a:solidFill>
                  <a:srgbClr val="526577"/>
                </a:solidFill>
                <a:latin typeface="DejaVu Sans"/>
                <a:ea typeface="DejaVu Sans"/>
                <a:cs typeface="DejaVu Sans"/>
              </a:defRPr>
            </a:lvl4pPr>
            <a:lvl5pPr>
              <a:defRPr sz="1050" b="0">
                <a:solidFill>
                  <a:srgbClr val="526577"/>
                </a:solidFill>
                <a:latin typeface="DejaVu Sans"/>
                <a:ea typeface="DejaVu Sans"/>
                <a:cs typeface="DejaVu Sans"/>
              </a:defRPr>
            </a:lvl5pPr>
            <a:lvl6pPr>
              <a:defRPr sz="1050" b="0">
                <a:solidFill>
                  <a:srgbClr val="526577"/>
                </a:solidFill>
                <a:latin typeface="DejaVu Sans"/>
                <a:ea typeface="DejaVu Sans"/>
                <a:cs typeface="DejaVu Sans"/>
              </a:defRPr>
            </a:lvl6pPr>
            <a:lvl7pPr>
              <a:defRPr sz="1050" b="0">
                <a:solidFill>
                  <a:srgbClr val="526577"/>
                </a:solidFill>
                <a:latin typeface="DejaVu Sans"/>
                <a:ea typeface="DejaVu Sans"/>
                <a:cs typeface="DejaVu Sans"/>
              </a:defRPr>
            </a:lvl7pPr>
            <a:lvl8pPr>
              <a:defRPr sz="1050" b="0">
                <a:solidFill>
                  <a:srgbClr val="526577"/>
                </a:solidFill>
                <a:latin typeface="DejaVu Sans"/>
                <a:ea typeface="DejaVu Sans"/>
                <a:cs typeface="DejaVu Sans"/>
              </a:defRPr>
            </a:lvl8pPr>
            <a:lvl9pPr>
              <a:defRPr sz="1050" b="0">
                <a:solidFill>
                  <a:srgbClr val="526577"/>
                </a:solidFill>
                <a:latin typeface="DejaVu Sans"/>
                <a:ea typeface="DejaVu Sans"/>
                <a:cs typeface="DejaVu Sans"/>
              </a:defRPr>
            </a:lvl9pPr>
          </a:lstStyle>
          <a:p xmlns:a="http://schemas.openxmlformats.org/drawingml/2006/main">
            <a:pPr>
              <a:defRPr sz="1050" b="0">
                <a:solidFill>
                  <a:srgbClr val="526577"/>
                </a:solidFill>
                <a:latin typeface="DejaVu Sans"/>
                <a:ea typeface="DejaVu Sans"/>
                <a:cs typeface="DejaVu Sans"/>
              </a:defRPr>
            </a:pPr>
            <a:r>
              <a:rPr sz="1050" b="0">
                <a:solidFill>
                  <a:srgbClr val="526577"/>
                </a:solidFill>
                <a:latin typeface="DejaVu Sans"/>
                <a:ea typeface="DejaVu Sans"/>
                <a:cs typeface="DejaVu Sans"/>
              </a:rPr>
              <a:t>04</a:t>
            </a:r>
          </a:p>
        </p:txBody>
      </p:sp>
      <p:graphicFrame>
        <p:nvGraphicFramePr>
          <p:cNvPr id="4" name="Chart">
            <a:extLst xmlns:a="http://schemas.openxmlformats.org/drawingml/2006/main">
              <a:ext uri="{FF2B5EF4-FFF2-40B4-BE49-F238E27FC236}">
                <a16:creationId xmlns:a16="http://schemas.microsoft.com/office/drawing/2014/main" id="{3C3BBD4A-A4E0-4B1B-95A0-62AFE3A5FAAD}"/>
              </a:ext>
            </a:extLst>
          </p:cNvPr>
          <p:cNvGraphicFramePr/>
          <p:nvPr/>
        </p:nvGraphicFramePr>
        <p:xfrm>
          <a:off xmlns:a="http://schemas.openxmlformats.org/drawingml/2006/main" x="514350" y="1847850"/>
          <a:ext xmlns:a="http://schemas.openxmlformats.org/drawingml/2006/main" cx="11144250" cy="3209925"/>
        </p:xfrm>
        <a:graphic xmlns:a="http://schemas.openxmlformats.org/drawingml/2006/main">
          <a:graphicData uri="http://schemas.openxmlformats.org/drawingml/2006/chart">
            <c:chart xmlns:r="http://schemas.openxmlformats.org/officeDocument/2006/relationships" xmlns:c="http://schemas.openxmlformats.org/drawingml/2006/chart" r:id="R6e787a1407f447bb"/>
          </a:graphicData>
        </a:graphic>
      </p:graphicFrame>
      <p:sp>
        <p:nvSpPr>
          <p:cNvPr id="5" name="text-3">
            <a:extLst xmlns:a="http://schemas.openxmlformats.org/drawingml/2006/main">
              <a:ext uri="{FF2B5EF4-FFF2-40B4-BE49-F238E27FC236}">
                <a16:creationId xmlns:a16="http://schemas.microsoft.com/office/drawing/2014/main" id="{AA8D3C41-FAB3-4DEB-93F4-D1B1B4AD2BD8}"/>
              </a:ext>
            </a:extLst>
          </p:cNvPr>
          <p:cNvSpPr>
            <a:spLocks xmlns:a="http://schemas.openxmlformats.org/drawingml/2006/main" noGrp="1"/>
          </p:cNvSpPr>
          <p:nvPr/>
        </p:nvSpPr>
        <p:spPr>
          <a:xfrm xmlns:a="http://schemas.openxmlformats.org/drawingml/2006/main">
            <a:off x="533400" y="5495925"/>
            <a:ext cx="1095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00" b="1">
                <a:solidFill>
                  <a:srgbClr val="177E82"/>
                </a:solidFill>
                <a:latin typeface="DejaVu Sans"/>
                <a:ea typeface="DejaVu Sans"/>
                <a:cs typeface="DejaVu Sans"/>
              </a:defRPr>
            </a:defPPr>
            <a:lvl1pPr>
              <a:defRPr sz="1200" b="1">
                <a:solidFill>
                  <a:srgbClr val="177E82"/>
                </a:solidFill>
                <a:latin typeface="DejaVu Sans"/>
                <a:ea typeface="DejaVu Sans"/>
                <a:cs typeface="DejaVu Sans"/>
              </a:defRPr>
            </a:lvl1pPr>
            <a:lvl2pPr>
              <a:defRPr sz="1200" b="1">
                <a:solidFill>
                  <a:srgbClr val="177E82"/>
                </a:solidFill>
                <a:latin typeface="DejaVu Sans"/>
                <a:ea typeface="DejaVu Sans"/>
                <a:cs typeface="DejaVu Sans"/>
              </a:defRPr>
            </a:lvl2pPr>
            <a:lvl3pPr>
              <a:defRPr sz="1200" b="1">
                <a:solidFill>
                  <a:srgbClr val="177E82"/>
                </a:solidFill>
                <a:latin typeface="DejaVu Sans"/>
                <a:ea typeface="DejaVu Sans"/>
                <a:cs typeface="DejaVu Sans"/>
              </a:defRPr>
            </a:lvl3pPr>
            <a:lvl4pPr>
              <a:defRPr sz="1200" b="1">
                <a:solidFill>
                  <a:srgbClr val="177E82"/>
                </a:solidFill>
                <a:latin typeface="DejaVu Sans"/>
                <a:ea typeface="DejaVu Sans"/>
                <a:cs typeface="DejaVu Sans"/>
              </a:defRPr>
            </a:lvl4pPr>
            <a:lvl5pPr>
              <a:defRPr sz="1200" b="1">
                <a:solidFill>
                  <a:srgbClr val="177E82"/>
                </a:solidFill>
                <a:latin typeface="DejaVu Sans"/>
                <a:ea typeface="DejaVu Sans"/>
                <a:cs typeface="DejaVu Sans"/>
              </a:defRPr>
            </a:lvl5pPr>
            <a:lvl6pPr>
              <a:defRPr sz="1200" b="1">
                <a:solidFill>
                  <a:srgbClr val="177E82"/>
                </a:solidFill>
                <a:latin typeface="DejaVu Sans"/>
                <a:ea typeface="DejaVu Sans"/>
                <a:cs typeface="DejaVu Sans"/>
              </a:defRPr>
            </a:lvl6pPr>
            <a:lvl7pPr>
              <a:defRPr sz="1200" b="1">
                <a:solidFill>
                  <a:srgbClr val="177E82"/>
                </a:solidFill>
                <a:latin typeface="DejaVu Sans"/>
                <a:ea typeface="DejaVu Sans"/>
                <a:cs typeface="DejaVu Sans"/>
              </a:defRPr>
            </a:lvl7pPr>
            <a:lvl8pPr>
              <a:defRPr sz="1200" b="1">
                <a:solidFill>
                  <a:srgbClr val="177E82"/>
                </a:solidFill>
                <a:latin typeface="DejaVu Sans"/>
                <a:ea typeface="DejaVu Sans"/>
                <a:cs typeface="DejaVu Sans"/>
              </a:defRPr>
            </a:lvl8pPr>
            <a:lvl9pPr>
              <a:defRPr sz="1200" b="1">
                <a:solidFill>
                  <a:srgbClr val="177E82"/>
                </a:solidFill>
                <a:latin typeface="DejaVu Sans"/>
                <a:ea typeface="DejaVu Sans"/>
                <a:cs typeface="DejaVu Sans"/>
              </a:defRPr>
            </a:lvl9pPr>
          </a:lstStyle>
          <a:p xmlns:a="http://schemas.openxmlformats.org/drawingml/2006/main">
            <a:pPr>
              <a:defRPr sz="1200" b="1">
                <a:solidFill>
                  <a:srgbClr val="177E82"/>
                </a:solidFill>
                <a:latin typeface="DejaVu Sans"/>
                <a:ea typeface="DejaVu Sans"/>
                <a:cs typeface="DejaVu Sans"/>
              </a:defRPr>
            </a:pPr>
            <a:r>
              <a:rPr sz="1200" b="1">
                <a:solidFill>
                  <a:srgbClr val="177E82"/>
                </a:solidFill>
                <a:latin typeface="DejaVu Sans"/>
                <a:ea typeface="DejaVu Sans"/>
                <a:cs typeface="DejaVu Sans"/>
              </a:rPr>
              <a:t>PROPOSED SUPPORT</a:t>
            </a:r>
          </a:p>
        </p:txBody>
      </p:sp>
      <p:sp>
        <p:nvSpPr>
          <p:cNvPr id="6" name="text-4">
            <a:extLst xmlns:a="http://schemas.openxmlformats.org/drawingml/2006/main">
              <a:ext uri="{FF2B5EF4-FFF2-40B4-BE49-F238E27FC236}">
                <a16:creationId xmlns:a16="http://schemas.microsoft.com/office/drawing/2014/main" id="{3CED4E8E-E216-4862-960A-85180F585F8C}"/>
              </a:ext>
            </a:extLst>
          </p:cNvPr>
          <p:cNvSpPr>
            <a:spLocks xmlns:a="http://schemas.openxmlformats.org/drawingml/2006/main" noGrp="1"/>
          </p:cNvSpPr>
          <p:nvPr/>
        </p:nvSpPr>
        <p:spPr>
          <a:xfrm xmlns:a="http://schemas.openxmlformats.org/drawingml/2006/main">
            <a:off x="533400" y="5810250"/>
            <a:ext cx="109537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725" b="0">
                <a:solidFill>
                  <a:srgbClr val="132D40"/>
                </a:solidFill>
                <a:latin typeface="DejaVu Sans"/>
                <a:ea typeface="DejaVu Sans"/>
                <a:cs typeface="DejaVu Sans"/>
              </a:defRPr>
            </a:defPPr>
            <a:lvl1pPr>
              <a:defRPr sz="1725" b="0">
                <a:solidFill>
                  <a:srgbClr val="132D40"/>
                </a:solidFill>
                <a:latin typeface="DejaVu Sans"/>
                <a:ea typeface="DejaVu Sans"/>
                <a:cs typeface="DejaVu Sans"/>
              </a:defRPr>
            </a:lvl1pPr>
            <a:lvl2pPr>
              <a:defRPr sz="1725" b="0">
                <a:solidFill>
                  <a:srgbClr val="132D40"/>
                </a:solidFill>
                <a:latin typeface="DejaVu Sans"/>
                <a:ea typeface="DejaVu Sans"/>
                <a:cs typeface="DejaVu Sans"/>
              </a:defRPr>
            </a:lvl2pPr>
            <a:lvl3pPr>
              <a:defRPr sz="1725" b="0">
                <a:solidFill>
                  <a:srgbClr val="132D40"/>
                </a:solidFill>
                <a:latin typeface="DejaVu Sans"/>
                <a:ea typeface="DejaVu Sans"/>
                <a:cs typeface="DejaVu Sans"/>
              </a:defRPr>
            </a:lvl3pPr>
            <a:lvl4pPr>
              <a:defRPr sz="1725" b="0">
                <a:solidFill>
                  <a:srgbClr val="132D40"/>
                </a:solidFill>
                <a:latin typeface="DejaVu Sans"/>
                <a:ea typeface="DejaVu Sans"/>
                <a:cs typeface="DejaVu Sans"/>
              </a:defRPr>
            </a:lvl4pPr>
            <a:lvl5pPr>
              <a:defRPr sz="1725" b="0">
                <a:solidFill>
                  <a:srgbClr val="132D40"/>
                </a:solidFill>
                <a:latin typeface="DejaVu Sans"/>
                <a:ea typeface="DejaVu Sans"/>
                <a:cs typeface="DejaVu Sans"/>
              </a:defRPr>
            </a:lvl5pPr>
            <a:lvl6pPr>
              <a:defRPr sz="1725" b="0">
                <a:solidFill>
                  <a:srgbClr val="132D40"/>
                </a:solidFill>
                <a:latin typeface="DejaVu Sans"/>
                <a:ea typeface="DejaVu Sans"/>
                <a:cs typeface="DejaVu Sans"/>
              </a:defRPr>
            </a:lvl6pPr>
            <a:lvl7pPr>
              <a:defRPr sz="1725" b="0">
                <a:solidFill>
                  <a:srgbClr val="132D40"/>
                </a:solidFill>
                <a:latin typeface="DejaVu Sans"/>
                <a:ea typeface="DejaVu Sans"/>
                <a:cs typeface="DejaVu Sans"/>
              </a:defRPr>
            </a:lvl7pPr>
            <a:lvl8pPr>
              <a:defRPr sz="1725" b="0">
                <a:solidFill>
                  <a:srgbClr val="132D40"/>
                </a:solidFill>
                <a:latin typeface="DejaVu Sans"/>
                <a:ea typeface="DejaVu Sans"/>
                <a:cs typeface="DejaVu Sans"/>
              </a:defRPr>
            </a:lvl8pPr>
            <a:lvl9pPr>
              <a:defRPr sz="1725" b="0">
                <a:solidFill>
                  <a:srgbClr val="132D40"/>
                </a:solidFill>
                <a:latin typeface="DejaVu Sans"/>
                <a:ea typeface="DejaVu Sans"/>
                <a:cs typeface="DejaVu Sans"/>
              </a:defRPr>
            </a:lvl9pPr>
          </a:lstStyle>
          <a:p xmlns:a="http://schemas.openxmlformats.org/drawingml/2006/main">
            <a:pPr>
              <a:defRPr sz="1725" b="0">
                <a:solidFill>
                  <a:srgbClr val="132D40"/>
                </a:solidFill>
                <a:latin typeface="DejaVu Sans"/>
                <a:ea typeface="DejaVu Sans"/>
                <a:cs typeface="DejaVu Sans"/>
              </a:defRPr>
            </a:pPr>
            <a:r>
              <a:rPr sz="1725" b="0">
                <a:solidFill>
                  <a:srgbClr val="132D40"/>
                </a:solidFill>
                <a:latin typeface="DejaVu Sans"/>
                <a:ea typeface="DejaVu Sans"/>
                <a:cs typeface="DejaVu Sans"/>
              </a:rPr>
              <a:t>Begin onboarding before teaching starts. Follow up missed activities in the first four weeks and continue support later.</a:t>
            </a:r>
          </a:p>
        </p:txBody>
      </p:sp>
    </p:spTree>
    <p:extLst>
      <p:ext uri="{BB962C8B-B14F-4D97-AF65-F5344CB8AC3E}">
        <p14:creationId xmlns:p14="http://schemas.microsoft.com/office/powerpoint/2010/main" val="187492162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DB2F8304-9DDE-4B51-8D69-A7BEF7344FD6}"/>
              </a:ext>
            </a:extLst>
          </p:cNvPr>
          <p:cNvSpPr>
            <a:spLocks xmlns:a="http://schemas.openxmlformats.org/drawingml/2006/main" noGrp="1"/>
          </p:cNvSpPr>
          <p:nvPr/>
        </p:nvSpPr>
        <p:spPr>
          <a:xfrm xmlns:a="http://schemas.openxmlformats.org/drawingml/2006/main">
            <a:off x="514350" y="323850"/>
            <a:ext cx="111633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000" b="1">
                <a:solidFill>
                  <a:srgbClr val="132D40"/>
                </a:solidFill>
                <a:latin typeface="DejaVu Sans"/>
                <a:ea typeface="DejaVu Sans"/>
                <a:cs typeface="DejaVu Sans"/>
              </a:defRPr>
            </a:defPPr>
            <a:lvl1pPr>
              <a:defRPr sz="3000" b="1">
                <a:solidFill>
                  <a:srgbClr val="132D40"/>
                </a:solidFill>
                <a:latin typeface="DejaVu Sans"/>
                <a:ea typeface="DejaVu Sans"/>
                <a:cs typeface="DejaVu Sans"/>
              </a:defRPr>
            </a:lvl1pPr>
            <a:lvl2pPr>
              <a:defRPr sz="3000" b="1">
                <a:solidFill>
                  <a:srgbClr val="132D40"/>
                </a:solidFill>
                <a:latin typeface="DejaVu Sans"/>
                <a:ea typeface="DejaVu Sans"/>
                <a:cs typeface="DejaVu Sans"/>
              </a:defRPr>
            </a:lvl2pPr>
            <a:lvl3pPr>
              <a:defRPr sz="3000" b="1">
                <a:solidFill>
                  <a:srgbClr val="132D40"/>
                </a:solidFill>
                <a:latin typeface="DejaVu Sans"/>
                <a:ea typeface="DejaVu Sans"/>
                <a:cs typeface="DejaVu Sans"/>
              </a:defRPr>
            </a:lvl3pPr>
            <a:lvl4pPr>
              <a:defRPr sz="3000" b="1">
                <a:solidFill>
                  <a:srgbClr val="132D40"/>
                </a:solidFill>
                <a:latin typeface="DejaVu Sans"/>
                <a:ea typeface="DejaVu Sans"/>
                <a:cs typeface="DejaVu Sans"/>
              </a:defRPr>
            </a:lvl4pPr>
            <a:lvl5pPr>
              <a:defRPr sz="3000" b="1">
                <a:solidFill>
                  <a:srgbClr val="132D40"/>
                </a:solidFill>
                <a:latin typeface="DejaVu Sans"/>
                <a:ea typeface="DejaVu Sans"/>
                <a:cs typeface="DejaVu Sans"/>
              </a:defRPr>
            </a:lvl5pPr>
            <a:lvl6pPr>
              <a:defRPr sz="3000" b="1">
                <a:solidFill>
                  <a:srgbClr val="132D40"/>
                </a:solidFill>
                <a:latin typeface="DejaVu Sans"/>
                <a:ea typeface="DejaVu Sans"/>
                <a:cs typeface="DejaVu Sans"/>
              </a:defRPr>
            </a:lvl6pPr>
            <a:lvl7pPr>
              <a:defRPr sz="3000" b="1">
                <a:solidFill>
                  <a:srgbClr val="132D40"/>
                </a:solidFill>
                <a:latin typeface="DejaVu Sans"/>
                <a:ea typeface="DejaVu Sans"/>
                <a:cs typeface="DejaVu Sans"/>
              </a:defRPr>
            </a:lvl7pPr>
            <a:lvl8pPr>
              <a:defRPr sz="3000" b="1">
                <a:solidFill>
                  <a:srgbClr val="132D40"/>
                </a:solidFill>
                <a:latin typeface="DejaVu Sans"/>
                <a:ea typeface="DejaVu Sans"/>
                <a:cs typeface="DejaVu Sans"/>
              </a:defRPr>
            </a:lvl8pPr>
            <a:lvl9pPr>
              <a:defRPr sz="3000" b="1">
                <a:solidFill>
                  <a:srgbClr val="132D40"/>
                </a:solidFill>
                <a:latin typeface="DejaVu Sans"/>
                <a:ea typeface="DejaVu Sans"/>
                <a:cs typeface="DejaVu Sans"/>
              </a:defRPr>
            </a:lvl9pPr>
          </a:lstStyle>
          <a:p xmlns:a="http://schemas.openxmlformats.org/drawingml/2006/main">
            <a:pPr>
              <a:defRPr sz="3000" b="1">
                <a:solidFill>
                  <a:srgbClr val="132D40"/>
                </a:solidFill>
                <a:latin typeface="DejaVu Sans"/>
                <a:ea typeface="DejaVu Sans"/>
                <a:cs typeface="DejaVu Sans"/>
              </a:defRPr>
            </a:pPr>
            <a:r>
              <a:rPr sz="3000" b="1">
                <a:solidFill>
                  <a:srgbClr val="132D40"/>
                </a:solidFill>
                <a:latin typeface="DejaVu Sans"/>
                <a:ea typeface="DejaVu Sans"/>
                <a:cs typeface="DejaVu Sans"/>
              </a:rPr>
              <a:t>Higher study loads coincide with more withdrawal</a:t>
            </a:r>
          </a:p>
        </p:txBody>
      </p:sp>
      <p:sp>
        <p:nvSpPr>
          <p:cNvPr id="2" name="text-1">
            <a:extLst xmlns:a="http://schemas.openxmlformats.org/drawingml/2006/main">
              <a:ext uri="{FF2B5EF4-FFF2-40B4-BE49-F238E27FC236}">
                <a16:creationId xmlns:a16="http://schemas.microsoft.com/office/drawing/2014/main" id="{D525BE02-C7D6-487B-BAA2-BB15F612F1C3}"/>
              </a:ext>
            </a:extLst>
          </p:cNvPr>
          <p:cNvSpPr>
            <a:spLocks xmlns:a="http://schemas.openxmlformats.org/drawingml/2006/main" noGrp="1"/>
          </p:cNvSpPr>
          <p:nvPr/>
        </p:nvSpPr>
        <p:spPr>
          <a:xfrm xmlns:a="http://schemas.openxmlformats.org/drawingml/2006/main">
            <a:off x="533400" y="1362075"/>
            <a:ext cx="1104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500" b="0">
                <a:solidFill>
                  <a:srgbClr val="526577"/>
                </a:solidFill>
                <a:latin typeface="DejaVu Sans"/>
                <a:ea typeface="DejaVu Sans"/>
                <a:cs typeface="DejaVu Sans"/>
              </a:defRPr>
            </a:defPPr>
            <a:lvl1pPr>
              <a:defRPr sz="1500" b="0">
                <a:solidFill>
                  <a:srgbClr val="526577"/>
                </a:solidFill>
                <a:latin typeface="DejaVu Sans"/>
                <a:ea typeface="DejaVu Sans"/>
                <a:cs typeface="DejaVu Sans"/>
              </a:defRPr>
            </a:lvl1pPr>
            <a:lvl2pPr>
              <a:defRPr sz="1500" b="0">
                <a:solidFill>
                  <a:srgbClr val="526577"/>
                </a:solidFill>
                <a:latin typeface="DejaVu Sans"/>
                <a:ea typeface="DejaVu Sans"/>
                <a:cs typeface="DejaVu Sans"/>
              </a:defRPr>
            </a:lvl2pPr>
            <a:lvl3pPr>
              <a:defRPr sz="1500" b="0">
                <a:solidFill>
                  <a:srgbClr val="526577"/>
                </a:solidFill>
                <a:latin typeface="DejaVu Sans"/>
                <a:ea typeface="DejaVu Sans"/>
                <a:cs typeface="DejaVu Sans"/>
              </a:defRPr>
            </a:lvl3pPr>
            <a:lvl4pPr>
              <a:defRPr sz="1500" b="0">
                <a:solidFill>
                  <a:srgbClr val="526577"/>
                </a:solidFill>
                <a:latin typeface="DejaVu Sans"/>
                <a:ea typeface="DejaVu Sans"/>
                <a:cs typeface="DejaVu Sans"/>
              </a:defRPr>
            </a:lvl4pPr>
            <a:lvl5pPr>
              <a:defRPr sz="1500" b="0">
                <a:solidFill>
                  <a:srgbClr val="526577"/>
                </a:solidFill>
                <a:latin typeface="DejaVu Sans"/>
                <a:ea typeface="DejaVu Sans"/>
                <a:cs typeface="DejaVu Sans"/>
              </a:defRPr>
            </a:lvl5pPr>
            <a:lvl6pPr>
              <a:defRPr sz="1500" b="0">
                <a:solidFill>
                  <a:srgbClr val="526577"/>
                </a:solidFill>
                <a:latin typeface="DejaVu Sans"/>
                <a:ea typeface="DejaVu Sans"/>
                <a:cs typeface="DejaVu Sans"/>
              </a:defRPr>
            </a:lvl6pPr>
            <a:lvl7pPr>
              <a:defRPr sz="1500" b="0">
                <a:solidFill>
                  <a:srgbClr val="526577"/>
                </a:solidFill>
                <a:latin typeface="DejaVu Sans"/>
                <a:ea typeface="DejaVu Sans"/>
                <a:cs typeface="DejaVu Sans"/>
              </a:defRPr>
            </a:lvl7pPr>
            <a:lvl8pPr>
              <a:defRPr sz="1500" b="0">
                <a:solidFill>
                  <a:srgbClr val="526577"/>
                </a:solidFill>
                <a:latin typeface="DejaVu Sans"/>
                <a:ea typeface="DejaVu Sans"/>
                <a:cs typeface="DejaVu Sans"/>
              </a:defRPr>
            </a:lvl8pPr>
            <a:lvl9pPr>
              <a:defRPr sz="1500" b="0">
                <a:solidFill>
                  <a:srgbClr val="526577"/>
                </a:solidFill>
                <a:latin typeface="DejaVu Sans"/>
                <a:ea typeface="DejaVu Sans"/>
                <a:cs typeface="DejaVu Sans"/>
              </a:defRPr>
            </a:lvl9pPr>
          </a:lstStyle>
          <a:p xmlns:a="http://schemas.openxmlformats.org/drawingml/2006/main">
            <a:pPr>
              <a:defRPr sz="1500" b="0">
                <a:solidFill>
                  <a:srgbClr val="526577"/>
                </a:solidFill>
                <a:latin typeface="DejaVu Sans"/>
                <a:ea typeface="DejaVu Sans"/>
                <a:cs typeface="DejaVu Sans"/>
              </a:defRPr>
            </a:pPr>
            <a:r>
              <a:rPr sz="1500" b="0">
                <a:solidFill>
                  <a:srgbClr val="526577"/>
                </a:solidFill>
                <a:latin typeface="DejaVu Sans"/>
                <a:ea typeface="DejaVu Sans"/>
                <a:cs typeface="DejaVu Sans"/>
              </a:rPr>
              <a:t>Combined withdrawal and failure rise from 48.20% to 69.64% across the load bands</a:t>
            </a:r>
          </a:p>
        </p:txBody>
      </p:sp>
      <p:sp>
        <p:nvSpPr>
          <p:cNvPr id="3" name="text-2">
            <a:extLst xmlns:a="http://schemas.openxmlformats.org/drawingml/2006/main">
              <a:ext uri="{FF2B5EF4-FFF2-40B4-BE49-F238E27FC236}">
                <a16:creationId xmlns:a16="http://schemas.microsoft.com/office/drawing/2014/main" id="{241F75E1-9FEC-424C-BCD4-2603A76EF041}"/>
              </a:ext>
            </a:extLst>
          </p:cNvPr>
          <p:cNvSpPr>
            <a:spLocks xmlns:a="http://schemas.openxmlformats.org/drawingml/2006/main" noGrp="1"/>
          </p:cNvSpPr>
          <p:nvPr/>
        </p:nvSpPr>
        <p:spPr>
          <a:xfrm xmlns:a="http://schemas.openxmlformats.org/drawingml/2006/main">
            <a:off x="11334750" y="6477000"/>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050" b="0">
                <a:solidFill>
                  <a:srgbClr val="526577"/>
                </a:solidFill>
                <a:latin typeface="DejaVu Sans"/>
                <a:ea typeface="DejaVu Sans"/>
                <a:cs typeface="DejaVu Sans"/>
              </a:defRPr>
            </a:defPPr>
            <a:lvl1pPr>
              <a:defRPr sz="1050" b="0">
                <a:solidFill>
                  <a:srgbClr val="526577"/>
                </a:solidFill>
                <a:latin typeface="DejaVu Sans"/>
                <a:ea typeface="DejaVu Sans"/>
                <a:cs typeface="DejaVu Sans"/>
              </a:defRPr>
            </a:lvl1pPr>
            <a:lvl2pPr>
              <a:defRPr sz="1050" b="0">
                <a:solidFill>
                  <a:srgbClr val="526577"/>
                </a:solidFill>
                <a:latin typeface="DejaVu Sans"/>
                <a:ea typeface="DejaVu Sans"/>
                <a:cs typeface="DejaVu Sans"/>
              </a:defRPr>
            </a:lvl2pPr>
            <a:lvl3pPr>
              <a:defRPr sz="1050" b="0">
                <a:solidFill>
                  <a:srgbClr val="526577"/>
                </a:solidFill>
                <a:latin typeface="DejaVu Sans"/>
                <a:ea typeface="DejaVu Sans"/>
                <a:cs typeface="DejaVu Sans"/>
              </a:defRPr>
            </a:lvl3pPr>
            <a:lvl4pPr>
              <a:defRPr sz="1050" b="0">
                <a:solidFill>
                  <a:srgbClr val="526577"/>
                </a:solidFill>
                <a:latin typeface="DejaVu Sans"/>
                <a:ea typeface="DejaVu Sans"/>
                <a:cs typeface="DejaVu Sans"/>
              </a:defRPr>
            </a:lvl4pPr>
            <a:lvl5pPr>
              <a:defRPr sz="1050" b="0">
                <a:solidFill>
                  <a:srgbClr val="526577"/>
                </a:solidFill>
                <a:latin typeface="DejaVu Sans"/>
                <a:ea typeface="DejaVu Sans"/>
                <a:cs typeface="DejaVu Sans"/>
              </a:defRPr>
            </a:lvl5pPr>
            <a:lvl6pPr>
              <a:defRPr sz="1050" b="0">
                <a:solidFill>
                  <a:srgbClr val="526577"/>
                </a:solidFill>
                <a:latin typeface="DejaVu Sans"/>
                <a:ea typeface="DejaVu Sans"/>
                <a:cs typeface="DejaVu Sans"/>
              </a:defRPr>
            </a:lvl6pPr>
            <a:lvl7pPr>
              <a:defRPr sz="1050" b="0">
                <a:solidFill>
                  <a:srgbClr val="526577"/>
                </a:solidFill>
                <a:latin typeface="DejaVu Sans"/>
                <a:ea typeface="DejaVu Sans"/>
                <a:cs typeface="DejaVu Sans"/>
              </a:defRPr>
            </a:lvl7pPr>
            <a:lvl8pPr>
              <a:defRPr sz="1050" b="0">
                <a:solidFill>
                  <a:srgbClr val="526577"/>
                </a:solidFill>
                <a:latin typeface="DejaVu Sans"/>
                <a:ea typeface="DejaVu Sans"/>
                <a:cs typeface="DejaVu Sans"/>
              </a:defRPr>
            </a:lvl8pPr>
            <a:lvl9pPr>
              <a:defRPr sz="1050" b="0">
                <a:solidFill>
                  <a:srgbClr val="526577"/>
                </a:solidFill>
                <a:latin typeface="DejaVu Sans"/>
                <a:ea typeface="DejaVu Sans"/>
                <a:cs typeface="DejaVu Sans"/>
              </a:defRPr>
            </a:lvl9pPr>
          </a:lstStyle>
          <a:p xmlns:a="http://schemas.openxmlformats.org/drawingml/2006/main">
            <a:pPr>
              <a:defRPr sz="1050" b="0">
                <a:solidFill>
                  <a:srgbClr val="526577"/>
                </a:solidFill>
                <a:latin typeface="DejaVu Sans"/>
                <a:ea typeface="DejaVu Sans"/>
                <a:cs typeface="DejaVu Sans"/>
              </a:defRPr>
            </a:pPr>
            <a:r>
              <a:rPr sz="1050" b="0">
                <a:solidFill>
                  <a:srgbClr val="526577"/>
                </a:solidFill>
                <a:latin typeface="DejaVu Sans"/>
                <a:ea typeface="DejaVu Sans"/>
                <a:cs typeface="DejaVu Sans"/>
              </a:rPr>
              <a:t>05</a:t>
            </a:r>
          </a:p>
        </p:txBody>
      </p:sp>
      <p:graphicFrame>
        <p:nvGraphicFramePr>
          <p:cNvPr id="4" name="Chart">
            <a:extLst xmlns:a="http://schemas.openxmlformats.org/drawingml/2006/main">
              <a:ext uri="{FF2B5EF4-FFF2-40B4-BE49-F238E27FC236}">
                <a16:creationId xmlns:a16="http://schemas.microsoft.com/office/drawing/2014/main" id="{C67DD56B-3607-4EEC-9BB2-73A36CF3A6F9}"/>
              </a:ext>
            </a:extLst>
          </p:cNvPr>
          <p:cNvGraphicFramePr/>
          <p:nvPr/>
        </p:nvGraphicFramePr>
        <p:xfrm>
          <a:off xmlns:a="http://schemas.openxmlformats.org/drawingml/2006/main" x="514350" y="1809750"/>
          <a:ext xmlns:a="http://schemas.openxmlformats.org/drawingml/2006/main" cx="11144250" cy="3381375"/>
        </p:xfrm>
        <a:graphic xmlns:a="http://schemas.openxmlformats.org/drawingml/2006/main">
          <a:graphicData uri="http://schemas.openxmlformats.org/drawingml/2006/chart">
            <c:chart xmlns:r="http://schemas.openxmlformats.org/officeDocument/2006/relationships" xmlns:c="http://schemas.openxmlformats.org/drawingml/2006/chart" r:id="R3284cfe8901c434e"/>
          </a:graphicData>
        </a:graphic>
      </p:graphicFrame>
      <p:sp>
        <p:nvSpPr>
          <p:cNvPr id="5" name="text-3">
            <a:extLst xmlns:a="http://schemas.openxmlformats.org/drawingml/2006/main">
              <a:ext uri="{FF2B5EF4-FFF2-40B4-BE49-F238E27FC236}">
                <a16:creationId xmlns:a16="http://schemas.microsoft.com/office/drawing/2014/main" id="{0C7F2553-4FDA-4112-8834-B59936A2E627}"/>
              </a:ext>
            </a:extLst>
          </p:cNvPr>
          <p:cNvSpPr>
            <a:spLocks xmlns:a="http://schemas.openxmlformats.org/drawingml/2006/main" noGrp="1"/>
          </p:cNvSpPr>
          <p:nvPr/>
        </p:nvSpPr>
        <p:spPr>
          <a:xfrm xmlns:a="http://schemas.openxmlformats.org/drawingml/2006/main">
            <a:off x="533400" y="5495925"/>
            <a:ext cx="1095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00" b="1">
                <a:solidFill>
                  <a:srgbClr val="177E82"/>
                </a:solidFill>
                <a:latin typeface="DejaVu Sans"/>
                <a:ea typeface="DejaVu Sans"/>
                <a:cs typeface="DejaVu Sans"/>
              </a:defRPr>
            </a:defPPr>
            <a:lvl1pPr>
              <a:defRPr sz="1200" b="1">
                <a:solidFill>
                  <a:srgbClr val="177E82"/>
                </a:solidFill>
                <a:latin typeface="DejaVu Sans"/>
                <a:ea typeface="DejaVu Sans"/>
                <a:cs typeface="DejaVu Sans"/>
              </a:defRPr>
            </a:lvl1pPr>
            <a:lvl2pPr>
              <a:defRPr sz="1200" b="1">
                <a:solidFill>
                  <a:srgbClr val="177E82"/>
                </a:solidFill>
                <a:latin typeface="DejaVu Sans"/>
                <a:ea typeface="DejaVu Sans"/>
                <a:cs typeface="DejaVu Sans"/>
              </a:defRPr>
            </a:lvl2pPr>
            <a:lvl3pPr>
              <a:defRPr sz="1200" b="1">
                <a:solidFill>
                  <a:srgbClr val="177E82"/>
                </a:solidFill>
                <a:latin typeface="DejaVu Sans"/>
                <a:ea typeface="DejaVu Sans"/>
                <a:cs typeface="DejaVu Sans"/>
              </a:defRPr>
            </a:lvl3pPr>
            <a:lvl4pPr>
              <a:defRPr sz="1200" b="1">
                <a:solidFill>
                  <a:srgbClr val="177E82"/>
                </a:solidFill>
                <a:latin typeface="DejaVu Sans"/>
                <a:ea typeface="DejaVu Sans"/>
                <a:cs typeface="DejaVu Sans"/>
              </a:defRPr>
            </a:lvl4pPr>
            <a:lvl5pPr>
              <a:defRPr sz="1200" b="1">
                <a:solidFill>
                  <a:srgbClr val="177E82"/>
                </a:solidFill>
                <a:latin typeface="DejaVu Sans"/>
                <a:ea typeface="DejaVu Sans"/>
                <a:cs typeface="DejaVu Sans"/>
              </a:defRPr>
            </a:lvl5pPr>
            <a:lvl6pPr>
              <a:defRPr sz="1200" b="1">
                <a:solidFill>
                  <a:srgbClr val="177E82"/>
                </a:solidFill>
                <a:latin typeface="DejaVu Sans"/>
                <a:ea typeface="DejaVu Sans"/>
                <a:cs typeface="DejaVu Sans"/>
              </a:defRPr>
            </a:lvl6pPr>
            <a:lvl7pPr>
              <a:defRPr sz="1200" b="1">
                <a:solidFill>
                  <a:srgbClr val="177E82"/>
                </a:solidFill>
                <a:latin typeface="DejaVu Sans"/>
                <a:ea typeface="DejaVu Sans"/>
                <a:cs typeface="DejaVu Sans"/>
              </a:defRPr>
            </a:lvl7pPr>
            <a:lvl8pPr>
              <a:defRPr sz="1200" b="1">
                <a:solidFill>
                  <a:srgbClr val="177E82"/>
                </a:solidFill>
                <a:latin typeface="DejaVu Sans"/>
                <a:ea typeface="DejaVu Sans"/>
                <a:cs typeface="DejaVu Sans"/>
              </a:defRPr>
            </a:lvl8pPr>
            <a:lvl9pPr>
              <a:defRPr sz="1200" b="1">
                <a:solidFill>
                  <a:srgbClr val="177E82"/>
                </a:solidFill>
                <a:latin typeface="DejaVu Sans"/>
                <a:ea typeface="DejaVu Sans"/>
                <a:cs typeface="DejaVu Sans"/>
              </a:defRPr>
            </a:lvl9pPr>
          </a:lstStyle>
          <a:p xmlns:a="http://schemas.openxmlformats.org/drawingml/2006/main">
            <a:pPr>
              <a:defRPr sz="1200" b="1">
                <a:solidFill>
                  <a:srgbClr val="177E82"/>
                </a:solidFill>
                <a:latin typeface="DejaVu Sans"/>
                <a:ea typeface="DejaVu Sans"/>
                <a:cs typeface="DejaVu Sans"/>
              </a:defRPr>
            </a:pPr>
            <a:r>
              <a:rPr sz="1200" b="1">
                <a:solidFill>
                  <a:srgbClr val="177E82"/>
                </a:solidFill>
                <a:latin typeface="DejaVu Sans"/>
                <a:ea typeface="DejaVu Sans"/>
                <a:cs typeface="DejaVu Sans"/>
              </a:rPr>
              <a:t>PROPOSED SUPPORT</a:t>
            </a:r>
          </a:p>
        </p:txBody>
      </p:sp>
      <p:sp>
        <p:nvSpPr>
          <p:cNvPr id="6" name="text-4">
            <a:extLst xmlns:a="http://schemas.openxmlformats.org/drawingml/2006/main">
              <a:ext uri="{FF2B5EF4-FFF2-40B4-BE49-F238E27FC236}">
                <a16:creationId xmlns:a16="http://schemas.microsoft.com/office/drawing/2014/main" id="{FFA488B3-954A-4C1B-96BA-893E5A927507}"/>
              </a:ext>
            </a:extLst>
          </p:cNvPr>
          <p:cNvSpPr>
            <a:spLocks xmlns:a="http://schemas.openxmlformats.org/drawingml/2006/main" noGrp="1"/>
          </p:cNvSpPr>
          <p:nvPr/>
        </p:nvSpPr>
        <p:spPr>
          <a:xfrm xmlns:a="http://schemas.openxmlformats.org/drawingml/2006/main">
            <a:off x="533400" y="5810250"/>
            <a:ext cx="109537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725" b="0">
                <a:solidFill>
                  <a:srgbClr val="132D40"/>
                </a:solidFill>
                <a:latin typeface="DejaVu Sans"/>
                <a:ea typeface="DejaVu Sans"/>
                <a:cs typeface="DejaVu Sans"/>
              </a:defRPr>
            </a:defPPr>
            <a:lvl1pPr>
              <a:defRPr sz="1725" b="0">
                <a:solidFill>
                  <a:srgbClr val="132D40"/>
                </a:solidFill>
                <a:latin typeface="DejaVu Sans"/>
                <a:ea typeface="DejaVu Sans"/>
                <a:cs typeface="DejaVu Sans"/>
              </a:defRPr>
            </a:lvl1pPr>
            <a:lvl2pPr>
              <a:defRPr sz="1725" b="0">
                <a:solidFill>
                  <a:srgbClr val="132D40"/>
                </a:solidFill>
                <a:latin typeface="DejaVu Sans"/>
                <a:ea typeface="DejaVu Sans"/>
                <a:cs typeface="DejaVu Sans"/>
              </a:defRPr>
            </a:lvl2pPr>
            <a:lvl3pPr>
              <a:defRPr sz="1725" b="0">
                <a:solidFill>
                  <a:srgbClr val="132D40"/>
                </a:solidFill>
                <a:latin typeface="DejaVu Sans"/>
                <a:ea typeface="DejaVu Sans"/>
                <a:cs typeface="DejaVu Sans"/>
              </a:defRPr>
            </a:lvl3pPr>
            <a:lvl4pPr>
              <a:defRPr sz="1725" b="0">
                <a:solidFill>
                  <a:srgbClr val="132D40"/>
                </a:solidFill>
                <a:latin typeface="DejaVu Sans"/>
                <a:ea typeface="DejaVu Sans"/>
                <a:cs typeface="DejaVu Sans"/>
              </a:defRPr>
            </a:lvl4pPr>
            <a:lvl5pPr>
              <a:defRPr sz="1725" b="0">
                <a:solidFill>
                  <a:srgbClr val="132D40"/>
                </a:solidFill>
                <a:latin typeface="DejaVu Sans"/>
                <a:ea typeface="DejaVu Sans"/>
                <a:cs typeface="DejaVu Sans"/>
              </a:defRPr>
            </a:lvl5pPr>
            <a:lvl6pPr>
              <a:defRPr sz="1725" b="0">
                <a:solidFill>
                  <a:srgbClr val="132D40"/>
                </a:solidFill>
                <a:latin typeface="DejaVu Sans"/>
                <a:ea typeface="DejaVu Sans"/>
                <a:cs typeface="DejaVu Sans"/>
              </a:defRPr>
            </a:lvl6pPr>
            <a:lvl7pPr>
              <a:defRPr sz="1725" b="0">
                <a:solidFill>
                  <a:srgbClr val="132D40"/>
                </a:solidFill>
                <a:latin typeface="DejaVu Sans"/>
                <a:ea typeface="DejaVu Sans"/>
                <a:cs typeface="DejaVu Sans"/>
              </a:defRPr>
            </a:lvl7pPr>
            <a:lvl8pPr>
              <a:defRPr sz="1725" b="0">
                <a:solidFill>
                  <a:srgbClr val="132D40"/>
                </a:solidFill>
                <a:latin typeface="DejaVu Sans"/>
                <a:ea typeface="DejaVu Sans"/>
                <a:cs typeface="DejaVu Sans"/>
              </a:defRPr>
            </a:lvl8pPr>
            <a:lvl9pPr>
              <a:defRPr sz="1725" b="0">
                <a:solidFill>
                  <a:srgbClr val="132D40"/>
                </a:solidFill>
                <a:latin typeface="DejaVu Sans"/>
                <a:ea typeface="DejaVu Sans"/>
                <a:cs typeface="DejaVu Sans"/>
              </a:defRPr>
            </a:lvl9pPr>
          </a:lstStyle>
          <a:p xmlns:a="http://schemas.openxmlformats.org/drawingml/2006/main">
            <a:pPr>
              <a:defRPr sz="1725" b="0">
                <a:solidFill>
                  <a:srgbClr val="132D40"/>
                </a:solidFill>
                <a:latin typeface="DejaVu Sans"/>
                <a:ea typeface="DejaVu Sans"/>
                <a:cs typeface="DejaVu Sans"/>
              </a:defRPr>
            </a:pPr>
            <a:r>
              <a:rPr sz="1725" b="0">
                <a:solidFill>
                  <a:srgbClr val="132D40"/>
                </a:solidFill>
                <a:latin typeface="DejaVu Sans"/>
                <a:ea typeface="DejaVu Sans"/>
                <a:cs typeface="DejaVu Sans"/>
              </a:rPr>
              <a:t>Review study time and commitments, especially above 120 credits. Offer weekly plans and permitted load adjustments.</a:t>
            </a:r>
          </a:p>
        </p:txBody>
      </p:sp>
    </p:spTree>
    <p:extLst>
      <p:ext uri="{BB962C8B-B14F-4D97-AF65-F5344CB8AC3E}">
        <p14:creationId xmlns:p14="http://schemas.microsoft.com/office/powerpoint/2010/main" val="1987988375"/>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113D1D8E-5A35-4EA4-9B12-E25BEA5DFD86}"/>
              </a:ext>
            </a:extLst>
          </p:cNvPr>
          <p:cNvSpPr>
            <a:spLocks xmlns:a="http://schemas.openxmlformats.org/drawingml/2006/main" noGrp="1"/>
          </p:cNvSpPr>
          <p:nvPr/>
        </p:nvSpPr>
        <p:spPr>
          <a:xfrm xmlns:a="http://schemas.openxmlformats.org/drawingml/2006/main">
            <a:off x="514350" y="323850"/>
            <a:ext cx="111633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000" b="1">
                <a:solidFill>
                  <a:srgbClr val="132D40"/>
                </a:solidFill>
                <a:latin typeface="DejaVu Sans"/>
                <a:ea typeface="DejaVu Sans"/>
                <a:cs typeface="DejaVu Sans"/>
              </a:defRPr>
            </a:defPPr>
            <a:lvl1pPr>
              <a:defRPr sz="3000" b="1">
                <a:solidFill>
                  <a:srgbClr val="132D40"/>
                </a:solidFill>
                <a:latin typeface="DejaVu Sans"/>
                <a:ea typeface="DejaVu Sans"/>
                <a:cs typeface="DejaVu Sans"/>
              </a:defRPr>
            </a:lvl1pPr>
            <a:lvl2pPr>
              <a:defRPr sz="3000" b="1">
                <a:solidFill>
                  <a:srgbClr val="132D40"/>
                </a:solidFill>
                <a:latin typeface="DejaVu Sans"/>
                <a:ea typeface="DejaVu Sans"/>
                <a:cs typeface="DejaVu Sans"/>
              </a:defRPr>
            </a:lvl2pPr>
            <a:lvl3pPr>
              <a:defRPr sz="3000" b="1">
                <a:solidFill>
                  <a:srgbClr val="132D40"/>
                </a:solidFill>
                <a:latin typeface="DejaVu Sans"/>
                <a:ea typeface="DejaVu Sans"/>
                <a:cs typeface="DejaVu Sans"/>
              </a:defRPr>
            </a:lvl3pPr>
            <a:lvl4pPr>
              <a:defRPr sz="3000" b="1">
                <a:solidFill>
                  <a:srgbClr val="132D40"/>
                </a:solidFill>
                <a:latin typeface="DejaVu Sans"/>
                <a:ea typeface="DejaVu Sans"/>
                <a:cs typeface="DejaVu Sans"/>
              </a:defRPr>
            </a:lvl4pPr>
            <a:lvl5pPr>
              <a:defRPr sz="3000" b="1">
                <a:solidFill>
                  <a:srgbClr val="132D40"/>
                </a:solidFill>
                <a:latin typeface="DejaVu Sans"/>
                <a:ea typeface="DejaVu Sans"/>
                <a:cs typeface="DejaVu Sans"/>
              </a:defRPr>
            </a:lvl5pPr>
            <a:lvl6pPr>
              <a:defRPr sz="3000" b="1">
                <a:solidFill>
                  <a:srgbClr val="132D40"/>
                </a:solidFill>
                <a:latin typeface="DejaVu Sans"/>
                <a:ea typeface="DejaVu Sans"/>
                <a:cs typeface="DejaVu Sans"/>
              </a:defRPr>
            </a:lvl6pPr>
            <a:lvl7pPr>
              <a:defRPr sz="3000" b="1">
                <a:solidFill>
                  <a:srgbClr val="132D40"/>
                </a:solidFill>
                <a:latin typeface="DejaVu Sans"/>
                <a:ea typeface="DejaVu Sans"/>
                <a:cs typeface="DejaVu Sans"/>
              </a:defRPr>
            </a:lvl7pPr>
            <a:lvl8pPr>
              <a:defRPr sz="3000" b="1">
                <a:solidFill>
                  <a:srgbClr val="132D40"/>
                </a:solidFill>
                <a:latin typeface="DejaVu Sans"/>
                <a:ea typeface="DejaVu Sans"/>
                <a:cs typeface="DejaVu Sans"/>
              </a:defRPr>
            </a:lvl8pPr>
            <a:lvl9pPr>
              <a:defRPr sz="3000" b="1">
                <a:solidFill>
                  <a:srgbClr val="132D40"/>
                </a:solidFill>
                <a:latin typeface="DejaVu Sans"/>
                <a:ea typeface="DejaVu Sans"/>
                <a:cs typeface="DejaVu Sans"/>
              </a:defRPr>
            </a:lvl9pPr>
          </a:lstStyle>
          <a:p xmlns:a="http://schemas.openxmlformats.org/drawingml/2006/main">
            <a:pPr>
              <a:defRPr sz="3000" b="1">
                <a:solidFill>
                  <a:srgbClr val="132D40"/>
                </a:solidFill>
                <a:latin typeface="DejaVu Sans"/>
                <a:ea typeface="DejaVu Sans"/>
                <a:cs typeface="DejaVu Sans"/>
              </a:defRPr>
            </a:pPr>
            <a:r>
              <a:rPr sz="3000" b="1">
                <a:solidFill>
                  <a:srgbClr val="132D40"/>
                </a:solidFill>
                <a:latin typeface="DejaVu Sans"/>
                <a:ea typeface="DejaVu Sans"/>
                <a:cs typeface="DejaVu Sans"/>
              </a:rPr>
              <a:t>Study load and withdrawal within each module</a:t>
            </a:r>
          </a:p>
        </p:txBody>
      </p:sp>
      <p:sp>
        <p:nvSpPr>
          <p:cNvPr id="2" name="text-1">
            <a:extLst xmlns:a="http://schemas.openxmlformats.org/drawingml/2006/main">
              <a:ext uri="{FF2B5EF4-FFF2-40B4-BE49-F238E27FC236}">
                <a16:creationId xmlns:a16="http://schemas.microsoft.com/office/drawing/2014/main" id="{5D8BB779-4B1E-421D-8477-0B7701AAD79E}"/>
              </a:ext>
            </a:extLst>
          </p:cNvPr>
          <p:cNvSpPr>
            <a:spLocks xmlns:a="http://schemas.openxmlformats.org/drawingml/2006/main" noGrp="1"/>
          </p:cNvSpPr>
          <p:nvPr/>
        </p:nvSpPr>
        <p:spPr>
          <a:xfrm xmlns:a="http://schemas.openxmlformats.org/drawingml/2006/main">
            <a:off x="533400" y="1362075"/>
            <a:ext cx="1104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500" b="0">
                <a:solidFill>
                  <a:srgbClr val="526577"/>
                </a:solidFill>
                <a:latin typeface="DejaVu Sans"/>
                <a:ea typeface="DejaVu Sans"/>
                <a:cs typeface="DejaVu Sans"/>
              </a:defRPr>
            </a:defPPr>
            <a:lvl1pPr>
              <a:defRPr sz="1500" b="0">
                <a:solidFill>
                  <a:srgbClr val="526577"/>
                </a:solidFill>
                <a:latin typeface="DejaVu Sans"/>
                <a:ea typeface="DejaVu Sans"/>
                <a:cs typeface="DejaVu Sans"/>
              </a:defRPr>
            </a:lvl1pPr>
            <a:lvl2pPr>
              <a:defRPr sz="1500" b="0">
                <a:solidFill>
                  <a:srgbClr val="526577"/>
                </a:solidFill>
                <a:latin typeface="DejaVu Sans"/>
                <a:ea typeface="DejaVu Sans"/>
                <a:cs typeface="DejaVu Sans"/>
              </a:defRPr>
            </a:lvl2pPr>
            <a:lvl3pPr>
              <a:defRPr sz="1500" b="0">
                <a:solidFill>
                  <a:srgbClr val="526577"/>
                </a:solidFill>
                <a:latin typeface="DejaVu Sans"/>
                <a:ea typeface="DejaVu Sans"/>
                <a:cs typeface="DejaVu Sans"/>
              </a:defRPr>
            </a:lvl3pPr>
            <a:lvl4pPr>
              <a:defRPr sz="1500" b="0">
                <a:solidFill>
                  <a:srgbClr val="526577"/>
                </a:solidFill>
                <a:latin typeface="DejaVu Sans"/>
                <a:ea typeface="DejaVu Sans"/>
                <a:cs typeface="DejaVu Sans"/>
              </a:defRPr>
            </a:lvl4pPr>
            <a:lvl5pPr>
              <a:defRPr sz="1500" b="0">
                <a:solidFill>
                  <a:srgbClr val="526577"/>
                </a:solidFill>
                <a:latin typeface="DejaVu Sans"/>
                <a:ea typeface="DejaVu Sans"/>
                <a:cs typeface="DejaVu Sans"/>
              </a:defRPr>
            </a:lvl5pPr>
            <a:lvl6pPr>
              <a:defRPr sz="1500" b="0">
                <a:solidFill>
                  <a:srgbClr val="526577"/>
                </a:solidFill>
                <a:latin typeface="DejaVu Sans"/>
                <a:ea typeface="DejaVu Sans"/>
                <a:cs typeface="DejaVu Sans"/>
              </a:defRPr>
            </a:lvl6pPr>
            <a:lvl7pPr>
              <a:defRPr sz="1500" b="0">
                <a:solidFill>
                  <a:srgbClr val="526577"/>
                </a:solidFill>
                <a:latin typeface="DejaVu Sans"/>
                <a:ea typeface="DejaVu Sans"/>
                <a:cs typeface="DejaVu Sans"/>
              </a:defRPr>
            </a:lvl7pPr>
            <a:lvl8pPr>
              <a:defRPr sz="1500" b="0">
                <a:solidFill>
                  <a:srgbClr val="526577"/>
                </a:solidFill>
                <a:latin typeface="DejaVu Sans"/>
                <a:ea typeface="DejaVu Sans"/>
                <a:cs typeface="DejaVu Sans"/>
              </a:defRPr>
            </a:lvl8pPr>
            <a:lvl9pPr>
              <a:defRPr sz="1500" b="0">
                <a:solidFill>
                  <a:srgbClr val="526577"/>
                </a:solidFill>
                <a:latin typeface="DejaVu Sans"/>
                <a:ea typeface="DejaVu Sans"/>
                <a:cs typeface="DejaVu Sans"/>
              </a:defRPr>
            </a:lvl9pPr>
          </a:lstStyle>
          <a:p xmlns:a="http://schemas.openxmlformats.org/drawingml/2006/main">
            <a:pPr>
              <a:defRPr sz="1500" b="0">
                <a:solidFill>
                  <a:srgbClr val="526577"/>
                </a:solidFill>
                <a:latin typeface="DejaVu Sans"/>
                <a:ea typeface="DejaVu Sans"/>
                <a:cs typeface="DejaVu Sans"/>
              </a:defRPr>
            </a:pPr>
            <a:r>
              <a:rPr sz="1500" b="0">
                <a:solidFill>
                  <a:srgbClr val="526577"/>
                </a:solidFill>
                <a:latin typeface="DejaVu Sans"/>
                <a:ea typeface="DejaVu Sans"/>
                <a:cs typeface="DejaVu Sans"/>
              </a:rPr>
              <a:t>Withdrawal rises across the three load bands in all seven modules</a:t>
            </a:r>
          </a:p>
        </p:txBody>
      </p:sp>
      <p:sp>
        <p:nvSpPr>
          <p:cNvPr id="3" name="text-2">
            <a:extLst xmlns:a="http://schemas.openxmlformats.org/drawingml/2006/main">
              <a:ext uri="{FF2B5EF4-FFF2-40B4-BE49-F238E27FC236}">
                <a16:creationId xmlns:a16="http://schemas.microsoft.com/office/drawing/2014/main" id="{7CD690E5-868F-4B6A-A9EA-42AB0AE2F268}"/>
              </a:ext>
            </a:extLst>
          </p:cNvPr>
          <p:cNvSpPr>
            <a:spLocks xmlns:a="http://schemas.openxmlformats.org/drawingml/2006/main" noGrp="1"/>
          </p:cNvSpPr>
          <p:nvPr/>
        </p:nvSpPr>
        <p:spPr>
          <a:xfrm xmlns:a="http://schemas.openxmlformats.org/drawingml/2006/main">
            <a:off x="11334750" y="6477000"/>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050" b="0">
                <a:solidFill>
                  <a:srgbClr val="526577"/>
                </a:solidFill>
                <a:latin typeface="DejaVu Sans"/>
                <a:ea typeface="DejaVu Sans"/>
                <a:cs typeface="DejaVu Sans"/>
              </a:defRPr>
            </a:defPPr>
            <a:lvl1pPr>
              <a:defRPr sz="1050" b="0">
                <a:solidFill>
                  <a:srgbClr val="526577"/>
                </a:solidFill>
                <a:latin typeface="DejaVu Sans"/>
                <a:ea typeface="DejaVu Sans"/>
                <a:cs typeface="DejaVu Sans"/>
              </a:defRPr>
            </a:lvl1pPr>
            <a:lvl2pPr>
              <a:defRPr sz="1050" b="0">
                <a:solidFill>
                  <a:srgbClr val="526577"/>
                </a:solidFill>
                <a:latin typeface="DejaVu Sans"/>
                <a:ea typeface="DejaVu Sans"/>
                <a:cs typeface="DejaVu Sans"/>
              </a:defRPr>
            </a:lvl2pPr>
            <a:lvl3pPr>
              <a:defRPr sz="1050" b="0">
                <a:solidFill>
                  <a:srgbClr val="526577"/>
                </a:solidFill>
                <a:latin typeface="DejaVu Sans"/>
                <a:ea typeface="DejaVu Sans"/>
                <a:cs typeface="DejaVu Sans"/>
              </a:defRPr>
            </a:lvl3pPr>
            <a:lvl4pPr>
              <a:defRPr sz="1050" b="0">
                <a:solidFill>
                  <a:srgbClr val="526577"/>
                </a:solidFill>
                <a:latin typeface="DejaVu Sans"/>
                <a:ea typeface="DejaVu Sans"/>
                <a:cs typeface="DejaVu Sans"/>
              </a:defRPr>
            </a:lvl4pPr>
            <a:lvl5pPr>
              <a:defRPr sz="1050" b="0">
                <a:solidFill>
                  <a:srgbClr val="526577"/>
                </a:solidFill>
                <a:latin typeface="DejaVu Sans"/>
                <a:ea typeface="DejaVu Sans"/>
                <a:cs typeface="DejaVu Sans"/>
              </a:defRPr>
            </a:lvl5pPr>
            <a:lvl6pPr>
              <a:defRPr sz="1050" b="0">
                <a:solidFill>
                  <a:srgbClr val="526577"/>
                </a:solidFill>
                <a:latin typeface="DejaVu Sans"/>
                <a:ea typeface="DejaVu Sans"/>
                <a:cs typeface="DejaVu Sans"/>
              </a:defRPr>
            </a:lvl6pPr>
            <a:lvl7pPr>
              <a:defRPr sz="1050" b="0">
                <a:solidFill>
                  <a:srgbClr val="526577"/>
                </a:solidFill>
                <a:latin typeface="DejaVu Sans"/>
                <a:ea typeface="DejaVu Sans"/>
                <a:cs typeface="DejaVu Sans"/>
              </a:defRPr>
            </a:lvl7pPr>
            <a:lvl8pPr>
              <a:defRPr sz="1050" b="0">
                <a:solidFill>
                  <a:srgbClr val="526577"/>
                </a:solidFill>
                <a:latin typeface="DejaVu Sans"/>
                <a:ea typeface="DejaVu Sans"/>
                <a:cs typeface="DejaVu Sans"/>
              </a:defRPr>
            </a:lvl8pPr>
            <a:lvl9pPr>
              <a:defRPr sz="1050" b="0">
                <a:solidFill>
                  <a:srgbClr val="526577"/>
                </a:solidFill>
                <a:latin typeface="DejaVu Sans"/>
                <a:ea typeface="DejaVu Sans"/>
                <a:cs typeface="DejaVu Sans"/>
              </a:defRPr>
            </a:lvl9pPr>
          </a:lstStyle>
          <a:p xmlns:a="http://schemas.openxmlformats.org/drawingml/2006/main">
            <a:pPr>
              <a:defRPr sz="1050" b="0">
                <a:solidFill>
                  <a:srgbClr val="526577"/>
                </a:solidFill>
                <a:latin typeface="DejaVu Sans"/>
                <a:ea typeface="DejaVu Sans"/>
                <a:cs typeface="DejaVu Sans"/>
              </a:defRPr>
            </a:pPr>
            <a:r>
              <a:rPr sz="1050" b="0">
                <a:solidFill>
                  <a:srgbClr val="526577"/>
                </a:solidFill>
                <a:latin typeface="DejaVu Sans"/>
                <a:ea typeface="DejaVu Sans"/>
                <a:cs typeface="DejaVu Sans"/>
              </a:rPr>
              <a:t>06</a:t>
            </a:r>
          </a:p>
        </p:txBody>
      </p:sp>
      <p:graphicFrame>
        <p:nvGraphicFramePr>
          <p:cNvPr id="4" name="Chart">
            <a:extLst xmlns:a="http://schemas.openxmlformats.org/drawingml/2006/main">
              <a:ext uri="{FF2B5EF4-FFF2-40B4-BE49-F238E27FC236}">
                <a16:creationId xmlns:a16="http://schemas.microsoft.com/office/drawing/2014/main" id="{87604FB5-A3EC-4913-B8AC-69EAB88332BD}"/>
              </a:ext>
            </a:extLst>
          </p:cNvPr>
          <p:cNvGraphicFramePr/>
          <p:nvPr/>
        </p:nvGraphicFramePr>
        <p:xfrm>
          <a:off xmlns:a="http://schemas.openxmlformats.org/drawingml/2006/main" x="514350" y="1809750"/>
          <a:ext xmlns:a="http://schemas.openxmlformats.org/drawingml/2006/main" cx="11144250" cy="3381375"/>
        </p:xfrm>
        <a:graphic xmlns:a="http://schemas.openxmlformats.org/drawingml/2006/main">
          <a:graphicData uri="http://schemas.openxmlformats.org/drawingml/2006/chart">
            <c:chart xmlns:r="http://schemas.openxmlformats.org/officeDocument/2006/relationships" xmlns:c="http://schemas.openxmlformats.org/drawingml/2006/chart" r:id="Rbd31a434131c467b"/>
          </a:graphicData>
        </a:graphic>
      </p:graphicFrame>
      <p:sp>
        <p:nvSpPr>
          <p:cNvPr id="5" name="text-3">
            <a:extLst xmlns:a="http://schemas.openxmlformats.org/drawingml/2006/main">
              <a:ext uri="{FF2B5EF4-FFF2-40B4-BE49-F238E27FC236}">
                <a16:creationId xmlns:a16="http://schemas.microsoft.com/office/drawing/2014/main" id="{2539C38D-A426-49ED-96C9-AB853AC35B9A}"/>
              </a:ext>
            </a:extLst>
          </p:cNvPr>
          <p:cNvSpPr>
            <a:spLocks xmlns:a="http://schemas.openxmlformats.org/drawingml/2006/main" noGrp="1"/>
          </p:cNvSpPr>
          <p:nvPr/>
        </p:nvSpPr>
        <p:spPr>
          <a:xfrm xmlns:a="http://schemas.openxmlformats.org/drawingml/2006/main">
            <a:off x="533400" y="5495925"/>
            <a:ext cx="1095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00" b="1">
                <a:solidFill>
                  <a:srgbClr val="177E82"/>
                </a:solidFill>
                <a:latin typeface="DejaVu Sans"/>
                <a:ea typeface="DejaVu Sans"/>
                <a:cs typeface="DejaVu Sans"/>
              </a:defRPr>
            </a:defPPr>
            <a:lvl1pPr>
              <a:defRPr sz="1200" b="1">
                <a:solidFill>
                  <a:srgbClr val="177E82"/>
                </a:solidFill>
                <a:latin typeface="DejaVu Sans"/>
                <a:ea typeface="DejaVu Sans"/>
                <a:cs typeface="DejaVu Sans"/>
              </a:defRPr>
            </a:lvl1pPr>
            <a:lvl2pPr>
              <a:defRPr sz="1200" b="1">
                <a:solidFill>
                  <a:srgbClr val="177E82"/>
                </a:solidFill>
                <a:latin typeface="DejaVu Sans"/>
                <a:ea typeface="DejaVu Sans"/>
                <a:cs typeface="DejaVu Sans"/>
              </a:defRPr>
            </a:lvl2pPr>
            <a:lvl3pPr>
              <a:defRPr sz="1200" b="1">
                <a:solidFill>
                  <a:srgbClr val="177E82"/>
                </a:solidFill>
                <a:latin typeface="DejaVu Sans"/>
                <a:ea typeface="DejaVu Sans"/>
                <a:cs typeface="DejaVu Sans"/>
              </a:defRPr>
            </a:lvl3pPr>
            <a:lvl4pPr>
              <a:defRPr sz="1200" b="1">
                <a:solidFill>
                  <a:srgbClr val="177E82"/>
                </a:solidFill>
                <a:latin typeface="DejaVu Sans"/>
                <a:ea typeface="DejaVu Sans"/>
                <a:cs typeface="DejaVu Sans"/>
              </a:defRPr>
            </a:lvl4pPr>
            <a:lvl5pPr>
              <a:defRPr sz="1200" b="1">
                <a:solidFill>
                  <a:srgbClr val="177E82"/>
                </a:solidFill>
                <a:latin typeface="DejaVu Sans"/>
                <a:ea typeface="DejaVu Sans"/>
                <a:cs typeface="DejaVu Sans"/>
              </a:defRPr>
            </a:lvl5pPr>
            <a:lvl6pPr>
              <a:defRPr sz="1200" b="1">
                <a:solidFill>
                  <a:srgbClr val="177E82"/>
                </a:solidFill>
                <a:latin typeface="DejaVu Sans"/>
                <a:ea typeface="DejaVu Sans"/>
                <a:cs typeface="DejaVu Sans"/>
              </a:defRPr>
            </a:lvl6pPr>
            <a:lvl7pPr>
              <a:defRPr sz="1200" b="1">
                <a:solidFill>
                  <a:srgbClr val="177E82"/>
                </a:solidFill>
                <a:latin typeface="DejaVu Sans"/>
                <a:ea typeface="DejaVu Sans"/>
                <a:cs typeface="DejaVu Sans"/>
              </a:defRPr>
            </a:lvl7pPr>
            <a:lvl8pPr>
              <a:defRPr sz="1200" b="1">
                <a:solidFill>
                  <a:srgbClr val="177E82"/>
                </a:solidFill>
                <a:latin typeface="DejaVu Sans"/>
                <a:ea typeface="DejaVu Sans"/>
                <a:cs typeface="DejaVu Sans"/>
              </a:defRPr>
            </a:lvl8pPr>
            <a:lvl9pPr>
              <a:defRPr sz="1200" b="1">
                <a:solidFill>
                  <a:srgbClr val="177E82"/>
                </a:solidFill>
                <a:latin typeface="DejaVu Sans"/>
                <a:ea typeface="DejaVu Sans"/>
                <a:cs typeface="DejaVu Sans"/>
              </a:defRPr>
            </a:lvl9pPr>
          </a:lstStyle>
          <a:p xmlns:a="http://schemas.openxmlformats.org/drawingml/2006/main">
            <a:pPr>
              <a:defRPr sz="1200" b="1">
                <a:solidFill>
                  <a:srgbClr val="177E82"/>
                </a:solidFill>
                <a:latin typeface="DejaVu Sans"/>
                <a:ea typeface="DejaVu Sans"/>
                <a:cs typeface="DejaVu Sans"/>
              </a:defRPr>
            </a:pPr>
            <a:r>
              <a:rPr sz="1200" b="1">
                <a:solidFill>
                  <a:srgbClr val="177E82"/>
                </a:solidFill>
                <a:latin typeface="DejaVu Sans"/>
                <a:ea typeface="DejaVu Sans"/>
                <a:cs typeface="DejaVu Sans"/>
              </a:rPr>
              <a:t>PROPOSED SUPPORT</a:t>
            </a:r>
          </a:p>
        </p:txBody>
      </p:sp>
      <p:sp>
        <p:nvSpPr>
          <p:cNvPr id="6" name="text-4">
            <a:extLst xmlns:a="http://schemas.openxmlformats.org/drawingml/2006/main">
              <a:ext uri="{FF2B5EF4-FFF2-40B4-BE49-F238E27FC236}">
                <a16:creationId xmlns:a16="http://schemas.microsoft.com/office/drawing/2014/main" id="{2BD041FA-601E-4DD9-85B5-5E264F1B952A}"/>
              </a:ext>
            </a:extLst>
          </p:cNvPr>
          <p:cNvSpPr>
            <a:spLocks xmlns:a="http://schemas.openxmlformats.org/drawingml/2006/main" noGrp="1"/>
          </p:cNvSpPr>
          <p:nvPr/>
        </p:nvSpPr>
        <p:spPr>
          <a:xfrm xmlns:a="http://schemas.openxmlformats.org/drawingml/2006/main">
            <a:off x="533400" y="5810250"/>
            <a:ext cx="109537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725" b="0">
                <a:solidFill>
                  <a:srgbClr val="132D40"/>
                </a:solidFill>
                <a:latin typeface="DejaVu Sans"/>
                <a:ea typeface="DejaVu Sans"/>
                <a:cs typeface="DejaVu Sans"/>
              </a:defRPr>
            </a:defPPr>
            <a:lvl1pPr>
              <a:defRPr sz="1725" b="0">
                <a:solidFill>
                  <a:srgbClr val="132D40"/>
                </a:solidFill>
                <a:latin typeface="DejaVu Sans"/>
                <a:ea typeface="DejaVu Sans"/>
                <a:cs typeface="DejaVu Sans"/>
              </a:defRPr>
            </a:lvl1pPr>
            <a:lvl2pPr>
              <a:defRPr sz="1725" b="0">
                <a:solidFill>
                  <a:srgbClr val="132D40"/>
                </a:solidFill>
                <a:latin typeface="DejaVu Sans"/>
                <a:ea typeface="DejaVu Sans"/>
                <a:cs typeface="DejaVu Sans"/>
              </a:defRPr>
            </a:lvl2pPr>
            <a:lvl3pPr>
              <a:defRPr sz="1725" b="0">
                <a:solidFill>
                  <a:srgbClr val="132D40"/>
                </a:solidFill>
                <a:latin typeface="DejaVu Sans"/>
                <a:ea typeface="DejaVu Sans"/>
                <a:cs typeface="DejaVu Sans"/>
              </a:defRPr>
            </a:lvl3pPr>
            <a:lvl4pPr>
              <a:defRPr sz="1725" b="0">
                <a:solidFill>
                  <a:srgbClr val="132D40"/>
                </a:solidFill>
                <a:latin typeface="DejaVu Sans"/>
                <a:ea typeface="DejaVu Sans"/>
                <a:cs typeface="DejaVu Sans"/>
              </a:defRPr>
            </a:lvl4pPr>
            <a:lvl5pPr>
              <a:defRPr sz="1725" b="0">
                <a:solidFill>
                  <a:srgbClr val="132D40"/>
                </a:solidFill>
                <a:latin typeface="DejaVu Sans"/>
                <a:ea typeface="DejaVu Sans"/>
                <a:cs typeface="DejaVu Sans"/>
              </a:defRPr>
            </a:lvl5pPr>
            <a:lvl6pPr>
              <a:defRPr sz="1725" b="0">
                <a:solidFill>
                  <a:srgbClr val="132D40"/>
                </a:solidFill>
                <a:latin typeface="DejaVu Sans"/>
                <a:ea typeface="DejaVu Sans"/>
                <a:cs typeface="DejaVu Sans"/>
              </a:defRPr>
            </a:lvl6pPr>
            <a:lvl7pPr>
              <a:defRPr sz="1725" b="0">
                <a:solidFill>
                  <a:srgbClr val="132D40"/>
                </a:solidFill>
                <a:latin typeface="DejaVu Sans"/>
                <a:ea typeface="DejaVu Sans"/>
                <a:cs typeface="DejaVu Sans"/>
              </a:defRPr>
            </a:lvl7pPr>
            <a:lvl8pPr>
              <a:defRPr sz="1725" b="0">
                <a:solidFill>
                  <a:srgbClr val="132D40"/>
                </a:solidFill>
                <a:latin typeface="DejaVu Sans"/>
                <a:ea typeface="DejaVu Sans"/>
                <a:cs typeface="DejaVu Sans"/>
              </a:defRPr>
            </a:lvl8pPr>
            <a:lvl9pPr>
              <a:defRPr sz="1725" b="0">
                <a:solidFill>
                  <a:srgbClr val="132D40"/>
                </a:solidFill>
                <a:latin typeface="DejaVu Sans"/>
                <a:ea typeface="DejaVu Sans"/>
                <a:cs typeface="DejaVu Sans"/>
              </a:defRPr>
            </a:lvl9pPr>
          </a:lstStyle>
          <a:p xmlns:a="http://schemas.openxmlformats.org/drawingml/2006/main">
            <a:pPr>
              <a:defRPr sz="1725" b="0">
                <a:solidFill>
                  <a:srgbClr val="132D40"/>
                </a:solidFill>
                <a:latin typeface="DejaVu Sans"/>
                <a:ea typeface="DejaVu Sans"/>
                <a:cs typeface="DejaVu Sans"/>
              </a:defRPr>
            </a:pPr>
            <a:r>
              <a:rPr sz="1725" b="0">
                <a:solidFill>
                  <a:srgbClr val="132D40"/>
                </a:solidFill>
                <a:latin typeface="DejaVu Sans"/>
                <a:ea typeface="DejaVu Sans"/>
                <a:cs typeface="DejaVu Sans"/>
              </a:rPr>
              <a:t>Prioritize workload reviews in CCC and DDD. Check each student’s circumstances before changing their study plan.</a:t>
            </a:r>
          </a:p>
        </p:txBody>
      </p:sp>
    </p:spTree>
    <p:extLst>
      <p:ext uri="{BB962C8B-B14F-4D97-AF65-F5344CB8AC3E}">
        <p14:creationId xmlns:p14="http://schemas.microsoft.com/office/powerpoint/2010/main" val="189283297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6C788E9D-48A9-49E1-8A66-21A7D6EB8452}"/>
              </a:ext>
            </a:extLst>
          </p:cNvPr>
          <p:cNvSpPr>
            <a:spLocks xmlns:a="http://schemas.openxmlformats.org/drawingml/2006/main" noGrp="1"/>
          </p:cNvSpPr>
          <p:nvPr/>
        </p:nvSpPr>
        <p:spPr>
          <a:xfrm xmlns:a="http://schemas.openxmlformats.org/drawingml/2006/main">
            <a:off x="514350" y="323850"/>
            <a:ext cx="111633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000" b="1">
                <a:solidFill>
                  <a:srgbClr val="132D40"/>
                </a:solidFill>
                <a:latin typeface="DejaVu Sans"/>
                <a:ea typeface="DejaVu Sans"/>
                <a:cs typeface="DejaVu Sans"/>
              </a:defRPr>
            </a:defPPr>
            <a:lvl1pPr>
              <a:defRPr sz="3000" b="1">
                <a:solidFill>
                  <a:srgbClr val="132D40"/>
                </a:solidFill>
                <a:latin typeface="DejaVu Sans"/>
                <a:ea typeface="DejaVu Sans"/>
                <a:cs typeface="DejaVu Sans"/>
              </a:defRPr>
            </a:lvl1pPr>
            <a:lvl2pPr>
              <a:defRPr sz="3000" b="1">
                <a:solidFill>
                  <a:srgbClr val="132D40"/>
                </a:solidFill>
                <a:latin typeface="DejaVu Sans"/>
                <a:ea typeface="DejaVu Sans"/>
                <a:cs typeface="DejaVu Sans"/>
              </a:defRPr>
            </a:lvl2pPr>
            <a:lvl3pPr>
              <a:defRPr sz="3000" b="1">
                <a:solidFill>
                  <a:srgbClr val="132D40"/>
                </a:solidFill>
                <a:latin typeface="DejaVu Sans"/>
                <a:ea typeface="DejaVu Sans"/>
                <a:cs typeface="DejaVu Sans"/>
              </a:defRPr>
            </a:lvl3pPr>
            <a:lvl4pPr>
              <a:defRPr sz="3000" b="1">
                <a:solidFill>
                  <a:srgbClr val="132D40"/>
                </a:solidFill>
                <a:latin typeface="DejaVu Sans"/>
                <a:ea typeface="DejaVu Sans"/>
                <a:cs typeface="DejaVu Sans"/>
              </a:defRPr>
            </a:lvl4pPr>
            <a:lvl5pPr>
              <a:defRPr sz="3000" b="1">
                <a:solidFill>
                  <a:srgbClr val="132D40"/>
                </a:solidFill>
                <a:latin typeface="DejaVu Sans"/>
                <a:ea typeface="DejaVu Sans"/>
                <a:cs typeface="DejaVu Sans"/>
              </a:defRPr>
            </a:lvl5pPr>
            <a:lvl6pPr>
              <a:defRPr sz="3000" b="1">
                <a:solidFill>
                  <a:srgbClr val="132D40"/>
                </a:solidFill>
                <a:latin typeface="DejaVu Sans"/>
                <a:ea typeface="DejaVu Sans"/>
                <a:cs typeface="DejaVu Sans"/>
              </a:defRPr>
            </a:lvl6pPr>
            <a:lvl7pPr>
              <a:defRPr sz="3000" b="1">
                <a:solidFill>
                  <a:srgbClr val="132D40"/>
                </a:solidFill>
                <a:latin typeface="DejaVu Sans"/>
                <a:ea typeface="DejaVu Sans"/>
                <a:cs typeface="DejaVu Sans"/>
              </a:defRPr>
            </a:lvl7pPr>
            <a:lvl8pPr>
              <a:defRPr sz="3000" b="1">
                <a:solidFill>
                  <a:srgbClr val="132D40"/>
                </a:solidFill>
                <a:latin typeface="DejaVu Sans"/>
                <a:ea typeface="DejaVu Sans"/>
                <a:cs typeface="DejaVu Sans"/>
              </a:defRPr>
            </a:lvl8pPr>
            <a:lvl9pPr>
              <a:defRPr sz="3000" b="1">
                <a:solidFill>
                  <a:srgbClr val="132D40"/>
                </a:solidFill>
                <a:latin typeface="DejaVu Sans"/>
                <a:ea typeface="DejaVu Sans"/>
                <a:cs typeface="DejaVu Sans"/>
              </a:defRPr>
            </a:lvl9pPr>
          </a:lstStyle>
          <a:p xmlns:a="http://schemas.openxmlformats.org/drawingml/2006/main">
            <a:pPr>
              <a:defRPr sz="3000" b="1">
                <a:solidFill>
                  <a:srgbClr val="132D40"/>
                </a:solidFill>
                <a:latin typeface="DejaVu Sans"/>
                <a:ea typeface="DejaVu Sans"/>
                <a:cs typeface="DejaVu Sans"/>
              </a:defRPr>
            </a:pPr>
            <a:r>
              <a:rPr sz="3000" b="1">
                <a:solidFill>
                  <a:srgbClr val="132D40"/>
                </a:solidFill>
                <a:latin typeface="DejaVu Sans"/>
                <a:ea typeface="DejaVu Sans"/>
                <a:cs typeface="DejaVu Sans"/>
              </a:rPr>
              <a:t>Previous attempts coincide with weaker outcomes</a:t>
            </a:r>
          </a:p>
        </p:txBody>
      </p:sp>
      <p:sp>
        <p:nvSpPr>
          <p:cNvPr id="2" name="text-1">
            <a:extLst xmlns:a="http://schemas.openxmlformats.org/drawingml/2006/main">
              <a:ext uri="{FF2B5EF4-FFF2-40B4-BE49-F238E27FC236}">
                <a16:creationId xmlns:a16="http://schemas.microsoft.com/office/drawing/2014/main" id="{5B0BBED2-5975-4AA9-B572-2FC750E9A417}"/>
              </a:ext>
            </a:extLst>
          </p:cNvPr>
          <p:cNvSpPr>
            <a:spLocks xmlns:a="http://schemas.openxmlformats.org/drawingml/2006/main" noGrp="1"/>
          </p:cNvSpPr>
          <p:nvPr/>
        </p:nvSpPr>
        <p:spPr>
          <a:xfrm xmlns:a="http://schemas.openxmlformats.org/drawingml/2006/main">
            <a:off x="533400" y="1362075"/>
            <a:ext cx="1104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500" b="0">
                <a:solidFill>
                  <a:srgbClr val="526577"/>
                </a:solidFill>
                <a:latin typeface="DejaVu Sans"/>
                <a:ea typeface="DejaVu Sans"/>
                <a:cs typeface="DejaVu Sans"/>
              </a:defRPr>
            </a:defPPr>
            <a:lvl1pPr>
              <a:defRPr sz="1500" b="0">
                <a:solidFill>
                  <a:srgbClr val="526577"/>
                </a:solidFill>
                <a:latin typeface="DejaVu Sans"/>
                <a:ea typeface="DejaVu Sans"/>
                <a:cs typeface="DejaVu Sans"/>
              </a:defRPr>
            </a:lvl1pPr>
            <a:lvl2pPr>
              <a:defRPr sz="1500" b="0">
                <a:solidFill>
                  <a:srgbClr val="526577"/>
                </a:solidFill>
                <a:latin typeface="DejaVu Sans"/>
                <a:ea typeface="DejaVu Sans"/>
                <a:cs typeface="DejaVu Sans"/>
              </a:defRPr>
            </a:lvl2pPr>
            <a:lvl3pPr>
              <a:defRPr sz="1500" b="0">
                <a:solidFill>
                  <a:srgbClr val="526577"/>
                </a:solidFill>
                <a:latin typeface="DejaVu Sans"/>
                <a:ea typeface="DejaVu Sans"/>
                <a:cs typeface="DejaVu Sans"/>
              </a:defRPr>
            </a:lvl3pPr>
            <a:lvl4pPr>
              <a:defRPr sz="1500" b="0">
                <a:solidFill>
                  <a:srgbClr val="526577"/>
                </a:solidFill>
                <a:latin typeface="DejaVu Sans"/>
                <a:ea typeface="DejaVu Sans"/>
                <a:cs typeface="DejaVu Sans"/>
              </a:defRPr>
            </a:lvl4pPr>
            <a:lvl5pPr>
              <a:defRPr sz="1500" b="0">
                <a:solidFill>
                  <a:srgbClr val="526577"/>
                </a:solidFill>
                <a:latin typeface="DejaVu Sans"/>
                <a:ea typeface="DejaVu Sans"/>
                <a:cs typeface="DejaVu Sans"/>
              </a:defRPr>
            </a:lvl5pPr>
            <a:lvl6pPr>
              <a:defRPr sz="1500" b="0">
                <a:solidFill>
                  <a:srgbClr val="526577"/>
                </a:solidFill>
                <a:latin typeface="DejaVu Sans"/>
                <a:ea typeface="DejaVu Sans"/>
                <a:cs typeface="DejaVu Sans"/>
              </a:defRPr>
            </a:lvl6pPr>
            <a:lvl7pPr>
              <a:defRPr sz="1500" b="0">
                <a:solidFill>
                  <a:srgbClr val="526577"/>
                </a:solidFill>
                <a:latin typeface="DejaVu Sans"/>
                <a:ea typeface="DejaVu Sans"/>
                <a:cs typeface="DejaVu Sans"/>
              </a:defRPr>
            </a:lvl7pPr>
            <a:lvl8pPr>
              <a:defRPr sz="1500" b="0">
                <a:solidFill>
                  <a:srgbClr val="526577"/>
                </a:solidFill>
                <a:latin typeface="DejaVu Sans"/>
                <a:ea typeface="DejaVu Sans"/>
                <a:cs typeface="DejaVu Sans"/>
              </a:defRPr>
            </a:lvl8pPr>
            <a:lvl9pPr>
              <a:defRPr sz="1500" b="0">
                <a:solidFill>
                  <a:srgbClr val="526577"/>
                </a:solidFill>
                <a:latin typeface="DejaVu Sans"/>
                <a:ea typeface="DejaVu Sans"/>
                <a:cs typeface="DejaVu Sans"/>
              </a:defRPr>
            </a:lvl9pPr>
          </a:lstStyle>
          <a:p xmlns:a="http://schemas.openxmlformats.org/drawingml/2006/main">
            <a:pPr>
              <a:defRPr sz="1500" b="0">
                <a:solidFill>
                  <a:srgbClr val="526577"/>
                </a:solidFill>
                <a:latin typeface="DejaVu Sans"/>
                <a:ea typeface="DejaVu Sans"/>
                <a:cs typeface="DejaVu Sans"/>
              </a:defRPr>
            </a:pPr>
            <a:r>
              <a:rPr sz="1500" b="0">
                <a:solidFill>
                  <a:srgbClr val="526577"/>
                </a:solidFill>
                <a:latin typeface="DejaVu Sans"/>
                <a:ea typeface="DejaVu Sans"/>
                <a:cs typeface="DejaVu Sans"/>
              </a:rPr>
              <a:t>Combined withdrawal and failure: 66.92% with previous attempts versus 50.72% without</a:t>
            </a:r>
          </a:p>
        </p:txBody>
      </p:sp>
      <p:sp>
        <p:nvSpPr>
          <p:cNvPr id="3" name="text-2">
            <a:extLst xmlns:a="http://schemas.openxmlformats.org/drawingml/2006/main">
              <a:ext uri="{FF2B5EF4-FFF2-40B4-BE49-F238E27FC236}">
                <a16:creationId xmlns:a16="http://schemas.microsoft.com/office/drawing/2014/main" id="{2863DCB5-032B-4BE6-8E20-31FE2A457281}"/>
              </a:ext>
            </a:extLst>
          </p:cNvPr>
          <p:cNvSpPr>
            <a:spLocks xmlns:a="http://schemas.openxmlformats.org/drawingml/2006/main" noGrp="1"/>
          </p:cNvSpPr>
          <p:nvPr/>
        </p:nvSpPr>
        <p:spPr>
          <a:xfrm xmlns:a="http://schemas.openxmlformats.org/drawingml/2006/main">
            <a:off x="11334750" y="6477000"/>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050" b="0">
                <a:solidFill>
                  <a:srgbClr val="526577"/>
                </a:solidFill>
                <a:latin typeface="DejaVu Sans"/>
                <a:ea typeface="DejaVu Sans"/>
                <a:cs typeface="DejaVu Sans"/>
              </a:defRPr>
            </a:defPPr>
            <a:lvl1pPr>
              <a:defRPr sz="1050" b="0">
                <a:solidFill>
                  <a:srgbClr val="526577"/>
                </a:solidFill>
                <a:latin typeface="DejaVu Sans"/>
                <a:ea typeface="DejaVu Sans"/>
                <a:cs typeface="DejaVu Sans"/>
              </a:defRPr>
            </a:lvl1pPr>
            <a:lvl2pPr>
              <a:defRPr sz="1050" b="0">
                <a:solidFill>
                  <a:srgbClr val="526577"/>
                </a:solidFill>
                <a:latin typeface="DejaVu Sans"/>
                <a:ea typeface="DejaVu Sans"/>
                <a:cs typeface="DejaVu Sans"/>
              </a:defRPr>
            </a:lvl2pPr>
            <a:lvl3pPr>
              <a:defRPr sz="1050" b="0">
                <a:solidFill>
                  <a:srgbClr val="526577"/>
                </a:solidFill>
                <a:latin typeface="DejaVu Sans"/>
                <a:ea typeface="DejaVu Sans"/>
                <a:cs typeface="DejaVu Sans"/>
              </a:defRPr>
            </a:lvl3pPr>
            <a:lvl4pPr>
              <a:defRPr sz="1050" b="0">
                <a:solidFill>
                  <a:srgbClr val="526577"/>
                </a:solidFill>
                <a:latin typeface="DejaVu Sans"/>
                <a:ea typeface="DejaVu Sans"/>
                <a:cs typeface="DejaVu Sans"/>
              </a:defRPr>
            </a:lvl4pPr>
            <a:lvl5pPr>
              <a:defRPr sz="1050" b="0">
                <a:solidFill>
                  <a:srgbClr val="526577"/>
                </a:solidFill>
                <a:latin typeface="DejaVu Sans"/>
                <a:ea typeface="DejaVu Sans"/>
                <a:cs typeface="DejaVu Sans"/>
              </a:defRPr>
            </a:lvl5pPr>
            <a:lvl6pPr>
              <a:defRPr sz="1050" b="0">
                <a:solidFill>
                  <a:srgbClr val="526577"/>
                </a:solidFill>
                <a:latin typeface="DejaVu Sans"/>
                <a:ea typeface="DejaVu Sans"/>
                <a:cs typeface="DejaVu Sans"/>
              </a:defRPr>
            </a:lvl6pPr>
            <a:lvl7pPr>
              <a:defRPr sz="1050" b="0">
                <a:solidFill>
                  <a:srgbClr val="526577"/>
                </a:solidFill>
                <a:latin typeface="DejaVu Sans"/>
                <a:ea typeface="DejaVu Sans"/>
                <a:cs typeface="DejaVu Sans"/>
              </a:defRPr>
            </a:lvl7pPr>
            <a:lvl8pPr>
              <a:defRPr sz="1050" b="0">
                <a:solidFill>
                  <a:srgbClr val="526577"/>
                </a:solidFill>
                <a:latin typeface="DejaVu Sans"/>
                <a:ea typeface="DejaVu Sans"/>
                <a:cs typeface="DejaVu Sans"/>
              </a:defRPr>
            </a:lvl8pPr>
            <a:lvl9pPr>
              <a:defRPr sz="1050" b="0">
                <a:solidFill>
                  <a:srgbClr val="526577"/>
                </a:solidFill>
                <a:latin typeface="DejaVu Sans"/>
                <a:ea typeface="DejaVu Sans"/>
                <a:cs typeface="DejaVu Sans"/>
              </a:defRPr>
            </a:lvl9pPr>
          </a:lstStyle>
          <a:p xmlns:a="http://schemas.openxmlformats.org/drawingml/2006/main">
            <a:pPr>
              <a:defRPr sz="1050" b="0">
                <a:solidFill>
                  <a:srgbClr val="526577"/>
                </a:solidFill>
                <a:latin typeface="DejaVu Sans"/>
                <a:ea typeface="DejaVu Sans"/>
                <a:cs typeface="DejaVu Sans"/>
              </a:defRPr>
            </a:pPr>
            <a:r>
              <a:rPr sz="1050" b="0">
                <a:solidFill>
                  <a:srgbClr val="526577"/>
                </a:solidFill>
                <a:latin typeface="DejaVu Sans"/>
                <a:ea typeface="DejaVu Sans"/>
                <a:cs typeface="DejaVu Sans"/>
              </a:rPr>
              <a:t>07</a:t>
            </a:r>
          </a:p>
        </p:txBody>
      </p:sp>
      <p:graphicFrame>
        <p:nvGraphicFramePr>
          <p:cNvPr id="4" name="Chart">
            <a:extLst xmlns:a="http://schemas.openxmlformats.org/drawingml/2006/main">
              <a:ext uri="{FF2B5EF4-FFF2-40B4-BE49-F238E27FC236}">
                <a16:creationId xmlns:a16="http://schemas.microsoft.com/office/drawing/2014/main" id="{9A01EAF5-2A74-498C-8811-699BAB5FAC12}"/>
              </a:ext>
            </a:extLst>
          </p:cNvPr>
          <p:cNvGraphicFramePr/>
          <p:nvPr/>
        </p:nvGraphicFramePr>
        <p:xfrm>
          <a:off xmlns:a="http://schemas.openxmlformats.org/drawingml/2006/main" x="514350" y="1809750"/>
          <a:ext xmlns:a="http://schemas.openxmlformats.org/drawingml/2006/main" cx="11144250" cy="3381375"/>
        </p:xfrm>
        <a:graphic xmlns:a="http://schemas.openxmlformats.org/drawingml/2006/main">
          <a:graphicData uri="http://schemas.openxmlformats.org/drawingml/2006/chart">
            <c:chart xmlns:r="http://schemas.openxmlformats.org/officeDocument/2006/relationships" xmlns:c="http://schemas.openxmlformats.org/drawingml/2006/chart" r:id="Rbccf8674a3e642e7"/>
          </a:graphicData>
        </a:graphic>
      </p:graphicFrame>
      <p:sp>
        <p:nvSpPr>
          <p:cNvPr id="5" name="text-3">
            <a:extLst xmlns:a="http://schemas.openxmlformats.org/drawingml/2006/main">
              <a:ext uri="{FF2B5EF4-FFF2-40B4-BE49-F238E27FC236}">
                <a16:creationId xmlns:a16="http://schemas.microsoft.com/office/drawing/2014/main" id="{9EBA16F6-BE54-4911-B91D-D0E298F11BA7}"/>
              </a:ext>
            </a:extLst>
          </p:cNvPr>
          <p:cNvSpPr>
            <a:spLocks xmlns:a="http://schemas.openxmlformats.org/drawingml/2006/main" noGrp="1"/>
          </p:cNvSpPr>
          <p:nvPr/>
        </p:nvSpPr>
        <p:spPr>
          <a:xfrm xmlns:a="http://schemas.openxmlformats.org/drawingml/2006/main">
            <a:off x="533400" y="5495925"/>
            <a:ext cx="1095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00" b="1">
                <a:solidFill>
                  <a:srgbClr val="177E82"/>
                </a:solidFill>
                <a:latin typeface="DejaVu Sans"/>
                <a:ea typeface="DejaVu Sans"/>
                <a:cs typeface="DejaVu Sans"/>
              </a:defRPr>
            </a:defPPr>
            <a:lvl1pPr>
              <a:defRPr sz="1200" b="1">
                <a:solidFill>
                  <a:srgbClr val="177E82"/>
                </a:solidFill>
                <a:latin typeface="DejaVu Sans"/>
                <a:ea typeface="DejaVu Sans"/>
                <a:cs typeface="DejaVu Sans"/>
              </a:defRPr>
            </a:lvl1pPr>
            <a:lvl2pPr>
              <a:defRPr sz="1200" b="1">
                <a:solidFill>
                  <a:srgbClr val="177E82"/>
                </a:solidFill>
                <a:latin typeface="DejaVu Sans"/>
                <a:ea typeface="DejaVu Sans"/>
                <a:cs typeface="DejaVu Sans"/>
              </a:defRPr>
            </a:lvl2pPr>
            <a:lvl3pPr>
              <a:defRPr sz="1200" b="1">
                <a:solidFill>
                  <a:srgbClr val="177E82"/>
                </a:solidFill>
                <a:latin typeface="DejaVu Sans"/>
                <a:ea typeface="DejaVu Sans"/>
                <a:cs typeface="DejaVu Sans"/>
              </a:defRPr>
            </a:lvl3pPr>
            <a:lvl4pPr>
              <a:defRPr sz="1200" b="1">
                <a:solidFill>
                  <a:srgbClr val="177E82"/>
                </a:solidFill>
                <a:latin typeface="DejaVu Sans"/>
                <a:ea typeface="DejaVu Sans"/>
                <a:cs typeface="DejaVu Sans"/>
              </a:defRPr>
            </a:lvl4pPr>
            <a:lvl5pPr>
              <a:defRPr sz="1200" b="1">
                <a:solidFill>
                  <a:srgbClr val="177E82"/>
                </a:solidFill>
                <a:latin typeface="DejaVu Sans"/>
                <a:ea typeface="DejaVu Sans"/>
                <a:cs typeface="DejaVu Sans"/>
              </a:defRPr>
            </a:lvl5pPr>
            <a:lvl6pPr>
              <a:defRPr sz="1200" b="1">
                <a:solidFill>
                  <a:srgbClr val="177E82"/>
                </a:solidFill>
                <a:latin typeface="DejaVu Sans"/>
                <a:ea typeface="DejaVu Sans"/>
                <a:cs typeface="DejaVu Sans"/>
              </a:defRPr>
            </a:lvl6pPr>
            <a:lvl7pPr>
              <a:defRPr sz="1200" b="1">
                <a:solidFill>
                  <a:srgbClr val="177E82"/>
                </a:solidFill>
                <a:latin typeface="DejaVu Sans"/>
                <a:ea typeface="DejaVu Sans"/>
                <a:cs typeface="DejaVu Sans"/>
              </a:defRPr>
            </a:lvl7pPr>
            <a:lvl8pPr>
              <a:defRPr sz="1200" b="1">
                <a:solidFill>
                  <a:srgbClr val="177E82"/>
                </a:solidFill>
                <a:latin typeface="DejaVu Sans"/>
                <a:ea typeface="DejaVu Sans"/>
                <a:cs typeface="DejaVu Sans"/>
              </a:defRPr>
            </a:lvl8pPr>
            <a:lvl9pPr>
              <a:defRPr sz="1200" b="1">
                <a:solidFill>
                  <a:srgbClr val="177E82"/>
                </a:solidFill>
                <a:latin typeface="DejaVu Sans"/>
                <a:ea typeface="DejaVu Sans"/>
                <a:cs typeface="DejaVu Sans"/>
              </a:defRPr>
            </a:lvl9pPr>
          </a:lstStyle>
          <a:p xmlns:a="http://schemas.openxmlformats.org/drawingml/2006/main">
            <a:pPr>
              <a:defRPr sz="1200" b="1">
                <a:solidFill>
                  <a:srgbClr val="177E82"/>
                </a:solidFill>
                <a:latin typeface="DejaVu Sans"/>
                <a:ea typeface="DejaVu Sans"/>
                <a:cs typeface="DejaVu Sans"/>
              </a:defRPr>
            </a:pPr>
            <a:r>
              <a:rPr sz="1200" b="1">
                <a:solidFill>
                  <a:srgbClr val="177E82"/>
                </a:solidFill>
                <a:latin typeface="DejaVu Sans"/>
                <a:ea typeface="DejaVu Sans"/>
                <a:cs typeface="DejaVu Sans"/>
              </a:rPr>
              <a:t>PROPOSED SUPPORT</a:t>
            </a:r>
          </a:p>
        </p:txBody>
      </p:sp>
      <p:sp>
        <p:nvSpPr>
          <p:cNvPr id="6" name="text-4">
            <a:extLst xmlns:a="http://schemas.openxmlformats.org/drawingml/2006/main">
              <a:ext uri="{FF2B5EF4-FFF2-40B4-BE49-F238E27FC236}">
                <a16:creationId xmlns:a16="http://schemas.microsoft.com/office/drawing/2014/main" id="{E3FCE560-E846-40C4-B007-38B0D8E2802C}"/>
              </a:ext>
            </a:extLst>
          </p:cNvPr>
          <p:cNvSpPr>
            <a:spLocks xmlns:a="http://schemas.openxmlformats.org/drawingml/2006/main" noGrp="1"/>
          </p:cNvSpPr>
          <p:nvPr/>
        </p:nvSpPr>
        <p:spPr>
          <a:xfrm xmlns:a="http://schemas.openxmlformats.org/drawingml/2006/main">
            <a:off x="533400" y="5810250"/>
            <a:ext cx="109537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725" b="0">
                <a:solidFill>
                  <a:srgbClr val="132D40"/>
                </a:solidFill>
                <a:latin typeface="DejaVu Sans"/>
                <a:ea typeface="DejaVu Sans"/>
                <a:cs typeface="DejaVu Sans"/>
              </a:defRPr>
            </a:defPPr>
            <a:lvl1pPr>
              <a:defRPr sz="1725" b="0">
                <a:solidFill>
                  <a:srgbClr val="132D40"/>
                </a:solidFill>
                <a:latin typeface="DejaVu Sans"/>
                <a:ea typeface="DejaVu Sans"/>
                <a:cs typeface="DejaVu Sans"/>
              </a:defRPr>
            </a:lvl1pPr>
            <a:lvl2pPr>
              <a:defRPr sz="1725" b="0">
                <a:solidFill>
                  <a:srgbClr val="132D40"/>
                </a:solidFill>
                <a:latin typeface="DejaVu Sans"/>
                <a:ea typeface="DejaVu Sans"/>
                <a:cs typeface="DejaVu Sans"/>
              </a:defRPr>
            </a:lvl2pPr>
            <a:lvl3pPr>
              <a:defRPr sz="1725" b="0">
                <a:solidFill>
                  <a:srgbClr val="132D40"/>
                </a:solidFill>
                <a:latin typeface="DejaVu Sans"/>
                <a:ea typeface="DejaVu Sans"/>
                <a:cs typeface="DejaVu Sans"/>
              </a:defRPr>
            </a:lvl3pPr>
            <a:lvl4pPr>
              <a:defRPr sz="1725" b="0">
                <a:solidFill>
                  <a:srgbClr val="132D40"/>
                </a:solidFill>
                <a:latin typeface="DejaVu Sans"/>
                <a:ea typeface="DejaVu Sans"/>
                <a:cs typeface="DejaVu Sans"/>
              </a:defRPr>
            </a:lvl4pPr>
            <a:lvl5pPr>
              <a:defRPr sz="1725" b="0">
                <a:solidFill>
                  <a:srgbClr val="132D40"/>
                </a:solidFill>
                <a:latin typeface="DejaVu Sans"/>
                <a:ea typeface="DejaVu Sans"/>
                <a:cs typeface="DejaVu Sans"/>
              </a:defRPr>
            </a:lvl5pPr>
            <a:lvl6pPr>
              <a:defRPr sz="1725" b="0">
                <a:solidFill>
                  <a:srgbClr val="132D40"/>
                </a:solidFill>
                <a:latin typeface="DejaVu Sans"/>
                <a:ea typeface="DejaVu Sans"/>
                <a:cs typeface="DejaVu Sans"/>
              </a:defRPr>
            </a:lvl6pPr>
            <a:lvl7pPr>
              <a:defRPr sz="1725" b="0">
                <a:solidFill>
                  <a:srgbClr val="132D40"/>
                </a:solidFill>
                <a:latin typeface="DejaVu Sans"/>
                <a:ea typeface="DejaVu Sans"/>
                <a:cs typeface="DejaVu Sans"/>
              </a:defRPr>
            </a:lvl7pPr>
            <a:lvl8pPr>
              <a:defRPr sz="1725" b="0">
                <a:solidFill>
                  <a:srgbClr val="132D40"/>
                </a:solidFill>
                <a:latin typeface="DejaVu Sans"/>
                <a:ea typeface="DejaVu Sans"/>
                <a:cs typeface="DejaVu Sans"/>
              </a:defRPr>
            </a:lvl8pPr>
            <a:lvl9pPr>
              <a:defRPr sz="1725" b="0">
                <a:solidFill>
                  <a:srgbClr val="132D40"/>
                </a:solidFill>
                <a:latin typeface="DejaVu Sans"/>
                <a:ea typeface="DejaVu Sans"/>
                <a:cs typeface="DejaVu Sans"/>
              </a:defRPr>
            </a:lvl9pPr>
          </a:lstStyle>
          <a:p xmlns:a="http://schemas.openxmlformats.org/drawingml/2006/main">
            <a:pPr>
              <a:defRPr sz="1725" b="0">
                <a:solidFill>
                  <a:srgbClr val="132D40"/>
                </a:solidFill>
                <a:latin typeface="DejaVu Sans"/>
                <a:ea typeface="DejaVu Sans"/>
                <a:cs typeface="DejaVu Sans"/>
              </a:defRPr>
            </a:pPr>
            <a:r>
              <a:rPr sz="1725" b="0">
                <a:solidFill>
                  <a:srgbClr val="132D40"/>
                </a:solidFill>
                <a:latin typeface="DejaVu Sans"/>
                <a:ea typeface="DejaVu Sans"/>
                <a:cs typeface="DejaVu Sans"/>
              </a:rPr>
              <a:t>Use a diagnostic assessment, set a repeat-study plan and review progress after the first assessment.</a:t>
            </a:r>
          </a:p>
        </p:txBody>
      </p:sp>
    </p:spTree>
    <p:extLst>
      <p:ext uri="{BB962C8B-B14F-4D97-AF65-F5344CB8AC3E}">
        <p14:creationId xmlns:p14="http://schemas.microsoft.com/office/powerpoint/2010/main" val="161462958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5C6E00BF-02B7-4345-8CC0-678A6FD81CB7}"/>
              </a:ext>
            </a:extLst>
          </p:cNvPr>
          <p:cNvSpPr>
            <a:spLocks xmlns:a="http://schemas.openxmlformats.org/drawingml/2006/main" noGrp="1"/>
          </p:cNvSpPr>
          <p:nvPr/>
        </p:nvSpPr>
        <p:spPr>
          <a:xfrm xmlns:a="http://schemas.openxmlformats.org/drawingml/2006/main">
            <a:off x="514350" y="323850"/>
            <a:ext cx="111633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000" b="1">
                <a:solidFill>
                  <a:srgbClr val="132D40"/>
                </a:solidFill>
                <a:latin typeface="DejaVu Sans"/>
                <a:ea typeface="DejaVu Sans"/>
                <a:cs typeface="DejaVu Sans"/>
              </a:defRPr>
            </a:defPPr>
            <a:lvl1pPr>
              <a:defRPr sz="3000" b="1">
                <a:solidFill>
                  <a:srgbClr val="132D40"/>
                </a:solidFill>
                <a:latin typeface="DejaVu Sans"/>
                <a:ea typeface="DejaVu Sans"/>
                <a:cs typeface="DejaVu Sans"/>
              </a:defRPr>
            </a:lvl1pPr>
            <a:lvl2pPr>
              <a:defRPr sz="3000" b="1">
                <a:solidFill>
                  <a:srgbClr val="132D40"/>
                </a:solidFill>
                <a:latin typeface="DejaVu Sans"/>
                <a:ea typeface="DejaVu Sans"/>
                <a:cs typeface="DejaVu Sans"/>
              </a:defRPr>
            </a:lvl2pPr>
            <a:lvl3pPr>
              <a:defRPr sz="3000" b="1">
                <a:solidFill>
                  <a:srgbClr val="132D40"/>
                </a:solidFill>
                <a:latin typeface="DejaVu Sans"/>
                <a:ea typeface="DejaVu Sans"/>
                <a:cs typeface="DejaVu Sans"/>
              </a:defRPr>
            </a:lvl3pPr>
            <a:lvl4pPr>
              <a:defRPr sz="3000" b="1">
                <a:solidFill>
                  <a:srgbClr val="132D40"/>
                </a:solidFill>
                <a:latin typeface="DejaVu Sans"/>
                <a:ea typeface="DejaVu Sans"/>
                <a:cs typeface="DejaVu Sans"/>
              </a:defRPr>
            </a:lvl4pPr>
            <a:lvl5pPr>
              <a:defRPr sz="3000" b="1">
                <a:solidFill>
                  <a:srgbClr val="132D40"/>
                </a:solidFill>
                <a:latin typeface="DejaVu Sans"/>
                <a:ea typeface="DejaVu Sans"/>
                <a:cs typeface="DejaVu Sans"/>
              </a:defRPr>
            </a:lvl5pPr>
            <a:lvl6pPr>
              <a:defRPr sz="3000" b="1">
                <a:solidFill>
                  <a:srgbClr val="132D40"/>
                </a:solidFill>
                <a:latin typeface="DejaVu Sans"/>
                <a:ea typeface="DejaVu Sans"/>
                <a:cs typeface="DejaVu Sans"/>
              </a:defRPr>
            </a:lvl6pPr>
            <a:lvl7pPr>
              <a:defRPr sz="3000" b="1">
                <a:solidFill>
                  <a:srgbClr val="132D40"/>
                </a:solidFill>
                <a:latin typeface="DejaVu Sans"/>
                <a:ea typeface="DejaVu Sans"/>
                <a:cs typeface="DejaVu Sans"/>
              </a:defRPr>
            </a:lvl7pPr>
            <a:lvl8pPr>
              <a:defRPr sz="3000" b="1">
                <a:solidFill>
                  <a:srgbClr val="132D40"/>
                </a:solidFill>
                <a:latin typeface="DejaVu Sans"/>
                <a:ea typeface="DejaVu Sans"/>
                <a:cs typeface="DejaVu Sans"/>
              </a:defRPr>
            </a:lvl8pPr>
            <a:lvl9pPr>
              <a:defRPr sz="3000" b="1">
                <a:solidFill>
                  <a:srgbClr val="132D40"/>
                </a:solidFill>
                <a:latin typeface="DejaVu Sans"/>
                <a:ea typeface="DejaVu Sans"/>
                <a:cs typeface="DejaVu Sans"/>
              </a:defRPr>
            </a:lvl9pPr>
          </a:lstStyle>
          <a:p xmlns:a="http://schemas.openxmlformats.org/drawingml/2006/main">
            <a:pPr>
              <a:defRPr sz="3000" b="1">
                <a:solidFill>
                  <a:srgbClr val="132D40"/>
                </a:solidFill>
                <a:latin typeface="DejaVu Sans"/>
                <a:ea typeface="DejaVu Sans"/>
                <a:cs typeface="DejaVu Sans"/>
              </a:defRPr>
            </a:pPr>
            <a:r>
              <a:rPr sz="3000" b="1">
                <a:solidFill>
                  <a:srgbClr val="132D40"/>
                </a:solidFill>
                <a:latin typeface="DejaVu Sans"/>
                <a:ea typeface="DejaVu Sans"/>
                <a:cs typeface="DejaVu Sans"/>
              </a:rPr>
              <a:t>Deprivation and region both inform support needs</a:t>
            </a:r>
          </a:p>
        </p:txBody>
      </p:sp>
      <p:sp>
        <p:nvSpPr>
          <p:cNvPr id="2" name="text-1">
            <a:extLst xmlns:a="http://schemas.openxmlformats.org/drawingml/2006/main">
              <a:ext uri="{FF2B5EF4-FFF2-40B4-BE49-F238E27FC236}">
                <a16:creationId xmlns:a16="http://schemas.microsoft.com/office/drawing/2014/main" id="{98A40D93-6B53-4E97-A220-AA1E7D07FA32}"/>
              </a:ext>
            </a:extLst>
          </p:cNvPr>
          <p:cNvSpPr>
            <a:spLocks xmlns:a="http://schemas.openxmlformats.org/drawingml/2006/main" noGrp="1"/>
          </p:cNvSpPr>
          <p:nvPr/>
        </p:nvSpPr>
        <p:spPr>
          <a:xfrm xmlns:a="http://schemas.openxmlformats.org/drawingml/2006/main">
            <a:off x="533400" y="1362075"/>
            <a:ext cx="1104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500" b="0">
                <a:solidFill>
                  <a:srgbClr val="526577"/>
                </a:solidFill>
                <a:latin typeface="DejaVu Sans"/>
                <a:ea typeface="DejaVu Sans"/>
                <a:cs typeface="DejaVu Sans"/>
              </a:defRPr>
            </a:defPPr>
            <a:lvl1pPr>
              <a:defRPr sz="1500" b="0">
                <a:solidFill>
                  <a:srgbClr val="526577"/>
                </a:solidFill>
                <a:latin typeface="DejaVu Sans"/>
                <a:ea typeface="DejaVu Sans"/>
                <a:cs typeface="DejaVu Sans"/>
              </a:defRPr>
            </a:lvl1pPr>
            <a:lvl2pPr>
              <a:defRPr sz="1500" b="0">
                <a:solidFill>
                  <a:srgbClr val="526577"/>
                </a:solidFill>
                <a:latin typeface="DejaVu Sans"/>
                <a:ea typeface="DejaVu Sans"/>
                <a:cs typeface="DejaVu Sans"/>
              </a:defRPr>
            </a:lvl2pPr>
            <a:lvl3pPr>
              <a:defRPr sz="1500" b="0">
                <a:solidFill>
                  <a:srgbClr val="526577"/>
                </a:solidFill>
                <a:latin typeface="DejaVu Sans"/>
                <a:ea typeface="DejaVu Sans"/>
                <a:cs typeface="DejaVu Sans"/>
              </a:defRPr>
            </a:lvl3pPr>
            <a:lvl4pPr>
              <a:defRPr sz="1500" b="0">
                <a:solidFill>
                  <a:srgbClr val="526577"/>
                </a:solidFill>
                <a:latin typeface="DejaVu Sans"/>
                <a:ea typeface="DejaVu Sans"/>
                <a:cs typeface="DejaVu Sans"/>
              </a:defRPr>
            </a:lvl4pPr>
            <a:lvl5pPr>
              <a:defRPr sz="1500" b="0">
                <a:solidFill>
                  <a:srgbClr val="526577"/>
                </a:solidFill>
                <a:latin typeface="DejaVu Sans"/>
                <a:ea typeface="DejaVu Sans"/>
                <a:cs typeface="DejaVu Sans"/>
              </a:defRPr>
            </a:lvl5pPr>
            <a:lvl6pPr>
              <a:defRPr sz="1500" b="0">
                <a:solidFill>
                  <a:srgbClr val="526577"/>
                </a:solidFill>
                <a:latin typeface="DejaVu Sans"/>
                <a:ea typeface="DejaVu Sans"/>
                <a:cs typeface="DejaVu Sans"/>
              </a:defRPr>
            </a:lvl6pPr>
            <a:lvl7pPr>
              <a:defRPr sz="1500" b="0">
                <a:solidFill>
                  <a:srgbClr val="526577"/>
                </a:solidFill>
                <a:latin typeface="DejaVu Sans"/>
                <a:ea typeface="DejaVu Sans"/>
                <a:cs typeface="DejaVu Sans"/>
              </a:defRPr>
            </a:lvl7pPr>
            <a:lvl8pPr>
              <a:defRPr sz="1500" b="0">
                <a:solidFill>
                  <a:srgbClr val="526577"/>
                </a:solidFill>
                <a:latin typeface="DejaVu Sans"/>
                <a:ea typeface="DejaVu Sans"/>
                <a:cs typeface="DejaVu Sans"/>
              </a:defRPr>
            </a:lvl8pPr>
            <a:lvl9pPr>
              <a:defRPr sz="1500" b="0">
                <a:solidFill>
                  <a:srgbClr val="526577"/>
                </a:solidFill>
                <a:latin typeface="DejaVu Sans"/>
                <a:ea typeface="DejaVu Sans"/>
                <a:cs typeface="DejaVu Sans"/>
              </a:defRPr>
            </a:lvl9pPr>
          </a:lstStyle>
          <a:p xmlns:a="http://schemas.openxmlformats.org/drawingml/2006/main">
            <a:pPr>
              <a:defRPr sz="1500" b="0">
                <a:solidFill>
                  <a:srgbClr val="526577"/>
                </a:solidFill>
                <a:latin typeface="DejaVu Sans"/>
                <a:ea typeface="DejaVu Sans"/>
                <a:cs typeface="DejaVu Sans"/>
              </a:defRPr>
            </a:pPr>
            <a:r>
              <a:rPr sz="1500" b="0">
                <a:solidFill>
                  <a:srgbClr val="526577"/>
                </a:solidFill>
                <a:latin typeface="DejaVu Sans"/>
                <a:ea typeface="DejaVu Sans"/>
                <a:cs typeface="DejaVu Sans"/>
              </a:rPr>
              <a:t>Combined outcomes vary between deprivation bands and between regions</a:t>
            </a:r>
          </a:p>
        </p:txBody>
      </p:sp>
      <p:sp>
        <p:nvSpPr>
          <p:cNvPr id="3" name="text-2">
            <a:extLst xmlns:a="http://schemas.openxmlformats.org/drawingml/2006/main">
              <a:ext uri="{FF2B5EF4-FFF2-40B4-BE49-F238E27FC236}">
                <a16:creationId xmlns:a16="http://schemas.microsoft.com/office/drawing/2014/main" id="{68BC3D8F-4836-4481-A44D-979F26F8B428}"/>
              </a:ext>
            </a:extLst>
          </p:cNvPr>
          <p:cNvSpPr>
            <a:spLocks xmlns:a="http://schemas.openxmlformats.org/drawingml/2006/main" noGrp="1"/>
          </p:cNvSpPr>
          <p:nvPr/>
        </p:nvSpPr>
        <p:spPr>
          <a:xfrm xmlns:a="http://schemas.openxmlformats.org/drawingml/2006/main">
            <a:off x="11334750" y="6477000"/>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050" b="0">
                <a:solidFill>
                  <a:srgbClr val="526577"/>
                </a:solidFill>
                <a:latin typeface="DejaVu Sans"/>
                <a:ea typeface="DejaVu Sans"/>
                <a:cs typeface="DejaVu Sans"/>
              </a:defRPr>
            </a:defPPr>
            <a:lvl1pPr>
              <a:defRPr sz="1050" b="0">
                <a:solidFill>
                  <a:srgbClr val="526577"/>
                </a:solidFill>
                <a:latin typeface="DejaVu Sans"/>
                <a:ea typeface="DejaVu Sans"/>
                <a:cs typeface="DejaVu Sans"/>
              </a:defRPr>
            </a:lvl1pPr>
            <a:lvl2pPr>
              <a:defRPr sz="1050" b="0">
                <a:solidFill>
                  <a:srgbClr val="526577"/>
                </a:solidFill>
                <a:latin typeface="DejaVu Sans"/>
                <a:ea typeface="DejaVu Sans"/>
                <a:cs typeface="DejaVu Sans"/>
              </a:defRPr>
            </a:lvl2pPr>
            <a:lvl3pPr>
              <a:defRPr sz="1050" b="0">
                <a:solidFill>
                  <a:srgbClr val="526577"/>
                </a:solidFill>
                <a:latin typeface="DejaVu Sans"/>
                <a:ea typeface="DejaVu Sans"/>
                <a:cs typeface="DejaVu Sans"/>
              </a:defRPr>
            </a:lvl3pPr>
            <a:lvl4pPr>
              <a:defRPr sz="1050" b="0">
                <a:solidFill>
                  <a:srgbClr val="526577"/>
                </a:solidFill>
                <a:latin typeface="DejaVu Sans"/>
                <a:ea typeface="DejaVu Sans"/>
                <a:cs typeface="DejaVu Sans"/>
              </a:defRPr>
            </a:lvl4pPr>
            <a:lvl5pPr>
              <a:defRPr sz="1050" b="0">
                <a:solidFill>
                  <a:srgbClr val="526577"/>
                </a:solidFill>
                <a:latin typeface="DejaVu Sans"/>
                <a:ea typeface="DejaVu Sans"/>
                <a:cs typeface="DejaVu Sans"/>
              </a:defRPr>
            </a:lvl5pPr>
            <a:lvl6pPr>
              <a:defRPr sz="1050" b="0">
                <a:solidFill>
                  <a:srgbClr val="526577"/>
                </a:solidFill>
                <a:latin typeface="DejaVu Sans"/>
                <a:ea typeface="DejaVu Sans"/>
                <a:cs typeface="DejaVu Sans"/>
              </a:defRPr>
            </a:lvl6pPr>
            <a:lvl7pPr>
              <a:defRPr sz="1050" b="0">
                <a:solidFill>
                  <a:srgbClr val="526577"/>
                </a:solidFill>
                <a:latin typeface="DejaVu Sans"/>
                <a:ea typeface="DejaVu Sans"/>
                <a:cs typeface="DejaVu Sans"/>
              </a:defRPr>
            </a:lvl7pPr>
            <a:lvl8pPr>
              <a:defRPr sz="1050" b="0">
                <a:solidFill>
                  <a:srgbClr val="526577"/>
                </a:solidFill>
                <a:latin typeface="DejaVu Sans"/>
                <a:ea typeface="DejaVu Sans"/>
                <a:cs typeface="DejaVu Sans"/>
              </a:defRPr>
            </a:lvl8pPr>
            <a:lvl9pPr>
              <a:defRPr sz="1050" b="0">
                <a:solidFill>
                  <a:srgbClr val="526577"/>
                </a:solidFill>
                <a:latin typeface="DejaVu Sans"/>
                <a:ea typeface="DejaVu Sans"/>
                <a:cs typeface="DejaVu Sans"/>
              </a:defRPr>
            </a:lvl9pPr>
          </a:lstStyle>
          <a:p xmlns:a="http://schemas.openxmlformats.org/drawingml/2006/main">
            <a:pPr>
              <a:defRPr sz="1050" b="0">
                <a:solidFill>
                  <a:srgbClr val="526577"/>
                </a:solidFill>
                <a:latin typeface="DejaVu Sans"/>
                <a:ea typeface="DejaVu Sans"/>
                <a:cs typeface="DejaVu Sans"/>
              </a:defRPr>
            </a:pPr>
            <a:r>
              <a:rPr sz="1050" b="0">
                <a:solidFill>
                  <a:srgbClr val="526577"/>
                </a:solidFill>
                <a:latin typeface="DejaVu Sans"/>
                <a:ea typeface="DejaVu Sans"/>
                <a:cs typeface="DejaVu Sans"/>
              </a:rPr>
              <a:t>08</a:t>
            </a:r>
          </a:p>
        </p:txBody>
      </p:sp>
      <p:graphicFrame>
        <p:nvGraphicFramePr>
          <p:cNvPr id="4" name="Chart">
            <a:extLst xmlns:a="http://schemas.openxmlformats.org/drawingml/2006/main">
              <a:ext uri="{FF2B5EF4-FFF2-40B4-BE49-F238E27FC236}">
                <a16:creationId xmlns:a16="http://schemas.microsoft.com/office/drawing/2014/main" id="{BA969AAB-2165-41C6-97FF-461CE7B25691}"/>
              </a:ext>
            </a:extLst>
          </p:cNvPr>
          <p:cNvGraphicFramePr/>
          <p:nvPr/>
        </p:nvGraphicFramePr>
        <p:xfrm>
          <a:off xmlns:a="http://schemas.openxmlformats.org/drawingml/2006/main" x="514350" y="1809750"/>
          <a:ext xmlns:a="http://schemas.openxmlformats.org/drawingml/2006/main" cx="11144250" cy="3143250"/>
        </p:xfrm>
        <a:graphic xmlns:a="http://schemas.openxmlformats.org/drawingml/2006/main">
          <a:graphicData uri="http://schemas.openxmlformats.org/drawingml/2006/chart">
            <c:chart xmlns:r="http://schemas.openxmlformats.org/officeDocument/2006/relationships" xmlns:c="http://schemas.openxmlformats.org/drawingml/2006/chart" r:id="Rc4c040030e194153"/>
          </a:graphicData>
        </a:graphic>
      </p:graphicFrame>
      <p:sp>
        <p:nvSpPr>
          <p:cNvPr id="5" name="text-3">
            <a:extLst xmlns:a="http://schemas.openxmlformats.org/drawingml/2006/main">
              <a:ext uri="{FF2B5EF4-FFF2-40B4-BE49-F238E27FC236}">
                <a16:creationId xmlns:a16="http://schemas.microsoft.com/office/drawing/2014/main" id="{7C909A7F-8D7D-42E6-8695-9505D4E5CE8F}"/>
              </a:ext>
            </a:extLst>
          </p:cNvPr>
          <p:cNvSpPr>
            <a:spLocks xmlns:a="http://schemas.openxmlformats.org/drawingml/2006/main" noGrp="1"/>
          </p:cNvSpPr>
          <p:nvPr/>
        </p:nvSpPr>
        <p:spPr>
          <a:xfrm xmlns:a="http://schemas.openxmlformats.org/drawingml/2006/main">
            <a:off x="609600" y="5019675"/>
            <a:ext cx="1095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500" b="0">
                <a:solidFill>
                  <a:srgbClr val="526577"/>
                </a:solidFill>
                <a:latin typeface="DejaVu Sans"/>
                <a:ea typeface="DejaVu Sans"/>
                <a:cs typeface="DejaVu Sans"/>
              </a:defRPr>
            </a:defPPr>
            <a:lvl1pPr>
              <a:defRPr sz="1500" b="0">
                <a:solidFill>
                  <a:srgbClr val="526577"/>
                </a:solidFill>
                <a:latin typeface="DejaVu Sans"/>
                <a:ea typeface="DejaVu Sans"/>
                <a:cs typeface="DejaVu Sans"/>
              </a:defRPr>
            </a:lvl1pPr>
            <a:lvl2pPr>
              <a:defRPr sz="1500" b="0">
                <a:solidFill>
                  <a:srgbClr val="526577"/>
                </a:solidFill>
                <a:latin typeface="DejaVu Sans"/>
                <a:ea typeface="DejaVu Sans"/>
                <a:cs typeface="DejaVu Sans"/>
              </a:defRPr>
            </a:lvl2pPr>
            <a:lvl3pPr>
              <a:defRPr sz="1500" b="0">
                <a:solidFill>
                  <a:srgbClr val="526577"/>
                </a:solidFill>
                <a:latin typeface="DejaVu Sans"/>
                <a:ea typeface="DejaVu Sans"/>
                <a:cs typeface="DejaVu Sans"/>
              </a:defRPr>
            </a:lvl3pPr>
            <a:lvl4pPr>
              <a:defRPr sz="1500" b="0">
                <a:solidFill>
                  <a:srgbClr val="526577"/>
                </a:solidFill>
                <a:latin typeface="DejaVu Sans"/>
                <a:ea typeface="DejaVu Sans"/>
                <a:cs typeface="DejaVu Sans"/>
              </a:defRPr>
            </a:lvl4pPr>
            <a:lvl5pPr>
              <a:defRPr sz="1500" b="0">
                <a:solidFill>
                  <a:srgbClr val="526577"/>
                </a:solidFill>
                <a:latin typeface="DejaVu Sans"/>
                <a:ea typeface="DejaVu Sans"/>
                <a:cs typeface="DejaVu Sans"/>
              </a:defRPr>
            </a:lvl5pPr>
            <a:lvl6pPr>
              <a:defRPr sz="1500" b="0">
                <a:solidFill>
                  <a:srgbClr val="526577"/>
                </a:solidFill>
                <a:latin typeface="DejaVu Sans"/>
                <a:ea typeface="DejaVu Sans"/>
                <a:cs typeface="DejaVu Sans"/>
              </a:defRPr>
            </a:lvl6pPr>
            <a:lvl7pPr>
              <a:defRPr sz="1500" b="0">
                <a:solidFill>
                  <a:srgbClr val="526577"/>
                </a:solidFill>
                <a:latin typeface="DejaVu Sans"/>
                <a:ea typeface="DejaVu Sans"/>
                <a:cs typeface="DejaVu Sans"/>
              </a:defRPr>
            </a:lvl7pPr>
            <a:lvl8pPr>
              <a:defRPr sz="1500" b="0">
                <a:solidFill>
                  <a:srgbClr val="526577"/>
                </a:solidFill>
                <a:latin typeface="DejaVu Sans"/>
                <a:ea typeface="DejaVu Sans"/>
                <a:cs typeface="DejaVu Sans"/>
              </a:defRPr>
            </a:lvl8pPr>
            <a:lvl9pPr>
              <a:defRPr sz="1500" b="0">
                <a:solidFill>
                  <a:srgbClr val="526577"/>
                </a:solidFill>
                <a:latin typeface="DejaVu Sans"/>
                <a:ea typeface="DejaVu Sans"/>
                <a:cs typeface="DejaVu Sans"/>
              </a:defRPr>
            </a:lvl9pPr>
          </a:lstStyle>
          <a:p xmlns:a="http://schemas.openxmlformats.org/drawingml/2006/main">
            <a:pPr>
              <a:defRPr sz="1500" b="0">
                <a:solidFill>
                  <a:srgbClr val="526577"/>
                </a:solidFill>
                <a:latin typeface="DejaVu Sans"/>
                <a:ea typeface="DejaVu Sans"/>
                <a:cs typeface="DejaVu Sans"/>
              </a:defRPr>
            </a:pPr>
            <a:r>
              <a:rPr sz="1500" b="0">
                <a:solidFill>
                  <a:srgbClr val="526577"/>
                </a:solidFill>
                <a:latin typeface="DejaVu Sans"/>
                <a:ea typeface="DejaVu Sans"/>
                <a:cs typeface="DejaVu Sans"/>
              </a:rPr>
              <a:t>37.9% of North Western enrollments are in IMD 0–20%, compared with 5.9% in South Region.</a:t>
            </a:r>
          </a:p>
        </p:txBody>
      </p:sp>
      <p:sp>
        <p:nvSpPr>
          <p:cNvPr id="6" name="text-4">
            <a:extLst xmlns:a="http://schemas.openxmlformats.org/drawingml/2006/main">
              <a:ext uri="{FF2B5EF4-FFF2-40B4-BE49-F238E27FC236}">
                <a16:creationId xmlns:a16="http://schemas.microsoft.com/office/drawing/2014/main" id="{A6C28902-FD2B-447A-AD74-49B3EC1E9C1F}"/>
              </a:ext>
            </a:extLst>
          </p:cNvPr>
          <p:cNvSpPr>
            <a:spLocks xmlns:a="http://schemas.openxmlformats.org/drawingml/2006/main" noGrp="1"/>
          </p:cNvSpPr>
          <p:nvPr/>
        </p:nvSpPr>
        <p:spPr>
          <a:xfrm xmlns:a="http://schemas.openxmlformats.org/drawingml/2006/main">
            <a:off x="533400" y="5495925"/>
            <a:ext cx="1095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00" b="1">
                <a:solidFill>
                  <a:srgbClr val="177E82"/>
                </a:solidFill>
                <a:latin typeface="DejaVu Sans"/>
                <a:ea typeface="DejaVu Sans"/>
                <a:cs typeface="DejaVu Sans"/>
              </a:defRPr>
            </a:defPPr>
            <a:lvl1pPr>
              <a:defRPr sz="1200" b="1">
                <a:solidFill>
                  <a:srgbClr val="177E82"/>
                </a:solidFill>
                <a:latin typeface="DejaVu Sans"/>
                <a:ea typeface="DejaVu Sans"/>
                <a:cs typeface="DejaVu Sans"/>
              </a:defRPr>
            </a:lvl1pPr>
            <a:lvl2pPr>
              <a:defRPr sz="1200" b="1">
                <a:solidFill>
                  <a:srgbClr val="177E82"/>
                </a:solidFill>
                <a:latin typeface="DejaVu Sans"/>
                <a:ea typeface="DejaVu Sans"/>
                <a:cs typeface="DejaVu Sans"/>
              </a:defRPr>
            </a:lvl2pPr>
            <a:lvl3pPr>
              <a:defRPr sz="1200" b="1">
                <a:solidFill>
                  <a:srgbClr val="177E82"/>
                </a:solidFill>
                <a:latin typeface="DejaVu Sans"/>
                <a:ea typeface="DejaVu Sans"/>
                <a:cs typeface="DejaVu Sans"/>
              </a:defRPr>
            </a:lvl3pPr>
            <a:lvl4pPr>
              <a:defRPr sz="1200" b="1">
                <a:solidFill>
                  <a:srgbClr val="177E82"/>
                </a:solidFill>
                <a:latin typeface="DejaVu Sans"/>
                <a:ea typeface="DejaVu Sans"/>
                <a:cs typeface="DejaVu Sans"/>
              </a:defRPr>
            </a:lvl4pPr>
            <a:lvl5pPr>
              <a:defRPr sz="1200" b="1">
                <a:solidFill>
                  <a:srgbClr val="177E82"/>
                </a:solidFill>
                <a:latin typeface="DejaVu Sans"/>
                <a:ea typeface="DejaVu Sans"/>
                <a:cs typeface="DejaVu Sans"/>
              </a:defRPr>
            </a:lvl5pPr>
            <a:lvl6pPr>
              <a:defRPr sz="1200" b="1">
                <a:solidFill>
                  <a:srgbClr val="177E82"/>
                </a:solidFill>
                <a:latin typeface="DejaVu Sans"/>
                <a:ea typeface="DejaVu Sans"/>
                <a:cs typeface="DejaVu Sans"/>
              </a:defRPr>
            </a:lvl6pPr>
            <a:lvl7pPr>
              <a:defRPr sz="1200" b="1">
                <a:solidFill>
                  <a:srgbClr val="177E82"/>
                </a:solidFill>
                <a:latin typeface="DejaVu Sans"/>
                <a:ea typeface="DejaVu Sans"/>
                <a:cs typeface="DejaVu Sans"/>
              </a:defRPr>
            </a:lvl7pPr>
            <a:lvl8pPr>
              <a:defRPr sz="1200" b="1">
                <a:solidFill>
                  <a:srgbClr val="177E82"/>
                </a:solidFill>
                <a:latin typeface="DejaVu Sans"/>
                <a:ea typeface="DejaVu Sans"/>
                <a:cs typeface="DejaVu Sans"/>
              </a:defRPr>
            </a:lvl8pPr>
            <a:lvl9pPr>
              <a:defRPr sz="1200" b="1">
                <a:solidFill>
                  <a:srgbClr val="177E82"/>
                </a:solidFill>
                <a:latin typeface="DejaVu Sans"/>
                <a:ea typeface="DejaVu Sans"/>
                <a:cs typeface="DejaVu Sans"/>
              </a:defRPr>
            </a:lvl9pPr>
          </a:lstStyle>
          <a:p xmlns:a="http://schemas.openxmlformats.org/drawingml/2006/main">
            <a:pPr>
              <a:defRPr sz="1200" b="1">
                <a:solidFill>
                  <a:srgbClr val="177E82"/>
                </a:solidFill>
                <a:latin typeface="DejaVu Sans"/>
                <a:ea typeface="DejaVu Sans"/>
                <a:cs typeface="DejaVu Sans"/>
              </a:defRPr>
            </a:pPr>
            <a:r>
              <a:rPr sz="1200" b="1">
                <a:solidFill>
                  <a:srgbClr val="177E82"/>
                </a:solidFill>
                <a:latin typeface="DejaVu Sans"/>
                <a:ea typeface="DejaVu Sans"/>
                <a:cs typeface="DejaVu Sans"/>
              </a:rPr>
              <a:t>PROPOSED SUPPORT</a:t>
            </a:r>
          </a:p>
        </p:txBody>
      </p:sp>
      <p:sp>
        <p:nvSpPr>
          <p:cNvPr id="7" name="text-5">
            <a:extLst xmlns:a="http://schemas.openxmlformats.org/drawingml/2006/main">
              <a:ext uri="{FF2B5EF4-FFF2-40B4-BE49-F238E27FC236}">
                <a16:creationId xmlns:a16="http://schemas.microsoft.com/office/drawing/2014/main" id="{82AD947B-3C09-4E5C-8CFC-58A2203387D1}"/>
              </a:ext>
            </a:extLst>
          </p:cNvPr>
          <p:cNvSpPr>
            <a:spLocks xmlns:a="http://schemas.openxmlformats.org/drawingml/2006/main" noGrp="1"/>
          </p:cNvSpPr>
          <p:nvPr/>
        </p:nvSpPr>
        <p:spPr>
          <a:xfrm xmlns:a="http://schemas.openxmlformats.org/drawingml/2006/main">
            <a:off x="533400" y="5810250"/>
            <a:ext cx="109537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725" b="0">
                <a:solidFill>
                  <a:srgbClr val="132D40"/>
                </a:solidFill>
                <a:latin typeface="DejaVu Sans"/>
                <a:ea typeface="DejaVu Sans"/>
                <a:cs typeface="DejaVu Sans"/>
              </a:defRPr>
            </a:defPPr>
            <a:lvl1pPr>
              <a:defRPr sz="1725" b="0">
                <a:solidFill>
                  <a:srgbClr val="132D40"/>
                </a:solidFill>
                <a:latin typeface="DejaVu Sans"/>
                <a:ea typeface="DejaVu Sans"/>
                <a:cs typeface="DejaVu Sans"/>
              </a:defRPr>
            </a:lvl1pPr>
            <a:lvl2pPr>
              <a:defRPr sz="1725" b="0">
                <a:solidFill>
                  <a:srgbClr val="132D40"/>
                </a:solidFill>
                <a:latin typeface="DejaVu Sans"/>
                <a:ea typeface="DejaVu Sans"/>
                <a:cs typeface="DejaVu Sans"/>
              </a:defRPr>
            </a:lvl2pPr>
            <a:lvl3pPr>
              <a:defRPr sz="1725" b="0">
                <a:solidFill>
                  <a:srgbClr val="132D40"/>
                </a:solidFill>
                <a:latin typeface="DejaVu Sans"/>
                <a:ea typeface="DejaVu Sans"/>
                <a:cs typeface="DejaVu Sans"/>
              </a:defRPr>
            </a:lvl3pPr>
            <a:lvl4pPr>
              <a:defRPr sz="1725" b="0">
                <a:solidFill>
                  <a:srgbClr val="132D40"/>
                </a:solidFill>
                <a:latin typeface="DejaVu Sans"/>
                <a:ea typeface="DejaVu Sans"/>
                <a:cs typeface="DejaVu Sans"/>
              </a:defRPr>
            </a:lvl4pPr>
            <a:lvl5pPr>
              <a:defRPr sz="1725" b="0">
                <a:solidFill>
                  <a:srgbClr val="132D40"/>
                </a:solidFill>
                <a:latin typeface="DejaVu Sans"/>
                <a:ea typeface="DejaVu Sans"/>
                <a:cs typeface="DejaVu Sans"/>
              </a:defRPr>
            </a:lvl5pPr>
            <a:lvl6pPr>
              <a:defRPr sz="1725" b="0">
                <a:solidFill>
                  <a:srgbClr val="132D40"/>
                </a:solidFill>
                <a:latin typeface="DejaVu Sans"/>
                <a:ea typeface="DejaVu Sans"/>
                <a:cs typeface="DejaVu Sans"/>
              </a:defRPr>
            </a:lvl6pPr>
            <a:lvl7pPr>
              <a:defRPr sz="1725" b="0">
                <a:solidFill>
                  <a:srgbClr val="132D40"/>
                </a:solidFill>
                <a:latin typeface="DejaVu Sans"/>
                <a:ea typeface="DejaVu Sans"/>
                <a:cs typeface="DejaVu Sans"/>
              </a:defRPr>
            </a:lvl7pPr>
            <a:lvl8pPr>
              <a:defRPr sz="1725" b="0">
                <a:solidFill>
                  <a:srgbClr val="132D40"/>
                </a:solidFill>
                <a:latin typeface="DejaVu Sans"/>
                <a:ea typeface="DejaVu Sans"/>
                <a:cs typeface="DejaVu Sans"/>
              </a:defRPr>
            </a:lvl8pPr>
            <a:lvl9pPr>
              <a:defRPr sz="1725" b="0">
                <a:solidFill>
                  <a:srgbClr val="132D40"/>
                </a:solidFill>
                <a:latin typeface="DejaVu Sans"/>
                <a:ea typeface="DejaVu Sans"/>
                <a:cs typeface="DejaVu Sans"/>
              </a:defRPr>
            </a:lvl9pPr>
          </a:lstStyle>
          <a:p xmlns:a="http://schemas.openxmlformats.org/drawingml/2006/main">
            <a:pPr>
              <a:defRPr sz="1725" b="0">
                <a:solidFill>
                  <a:srgbClr val="132D40"/>
                </a:solidFill>
                <a:latin typeface="DejaVu Sans"/>
                <a:ea typeface="DejaVu Sans"/>
                <a:cs typeface="DejaVu Sans"/>
              </a:defRPr>
            </a:pPr>
            <a:r>
              <a:rPr sz="1725" b="0">
                <a:solidFill>
                  <a:srgbClr val="132D40"/>
                </a:solidFill>
                <a:latin typeface="DejaVu Sans"/>
                <a:ea typeface="DejaVu Sans"/>
                <a:cs typeface="DejaVu Sans"/>
              </a:rPr>
              <a:t>Assess device and connectivity barriers. Offer downloadable materials and flexible access to support.</a:t>
            </a:r>
          </a:p>
        </p:txBody>
      </p:sp>
    </p:spTree>
    <p:extLst>
      <p:ext uri="{BB962C8B-B14F-4D97-AF65-F5344CB8AC3E}">
        <p14:creationId xmlns:p14="http://schemas.microsoft.com/office/powerpoint/2010/main" val="1737190637"/>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6A744033-E067-4738-BC92-150712DEF97E}"/>
              </a:ext>
            </a:extLst>
          </p:cNvPr>
          <p:cNvSpPr>
            <a:spLocks xmlns:a="http://schemas.openxmlformats.org/drawingml/2006/main" noGrp="1"/>
          </p:cNvSpPr>
          <p:nvPr/>
        </p:nvSpPr>
        <p:spPr>
          <a:xfrm xmlns:a="http://schemas.openxmlformats.org/drawingml/2006/main">
            <a:off x="514350" y="323850"/>
            <a:ext cx="111633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000" b="1">
                <a:solidFill>
                  <a:srgbClr val="132D40"/>
                </a:solidFill>
                <a:latin typeface="DejaVu Sans"/>
                <a:ea typeface="DejaVu Sans"/>
                <a:cs typeface="DejaVu Sans"/>
              </a:defRPr>
            </a:defPPr>
            <a:lvl1pPr>
              <a:defRPr sz="3000" b="1">
                <a:solidFill>
                  <a:srgbClr val="132D40"/>
                </a:solidFill>
                <a:latin typeface="DejaVu Sans"/>
                <a:ea typeface="DejaVu Sans"/>
                <a:cs typeface="DejaVu Sans"/>
              </a:defRPr>
            </a:lvl1pPr>
            <a:lvl2pPr>
              <a:defRPr sz="3000" b="1">
                <a:solidFill>
                  <a:srgbClr val="132D40"/>
                </a:solidFill>
                <a:latin typeface="DejaVu Sans"/>
                <a:ea typeface="DejaVu Sans"/>
                <a:cs typeface="DejaVu Sans"/>
              </a:defRPr>
            </a:lvl2pPr>
            <a:lvl3pPr>
              <a:defRPr sz="3000" b="1">
                <a:solidFill>
                  <a:srgbClr val="132D40"/>
                </a:solidFill>
                <a:latin typeface="DejaVu Sans"/>
                <a:ea typeface="DejaVu Sans"/>
                <a:cs typeface="DejaVu Sans"/>
              </a:defRPr>
            </a:lvl3pPr>
            <a:lvl4pPr>
              <a:defRPr sz="3000" b="1">
                <a:solidFill>
                  <a:srgbClr val="132D40"/>
                </a:solidFill>
                <a:latin typeface="DejaVu Sans"/>
                <a:ea typeface="DejaVu Sans"/>
                <a:cs typeface="DejaVu Sans"/>
              </a:defRPr>
            </a:lvl4pPr>
            <a:lvl5pPr>
              <a:defRPr sz="3000" b="1">
                <a:solidFill>
                  <a:srgbClr val="132D40"/>
                </a:solidFill>
                <a:latin typeface="DejaVu Sans"/>
                <a:ea typeface="DejaVu Sans"/>
                <a:cs typeface="DejaVu Sans"/>
              </a:defRPr>
            </a:lvl5pPr>
            <a:lvl6pPr>
              <a:defRPr sz="3000" b="1">
                <a:solidFill>
                  <a:srgbClr val="132D40"/>
                </a:solidFill>
                <a:latin typeface="DejaVu Sans"/>
                <a:ea typeface="DejaVu Sans"/>
                <a:cs typeface="DejaVu Sans"/>
              </a:defRPr>
            </a:lvl6pPr>
            <a:lvl7pPr>
              <a:defRPr sz="3000" b="1">
                <a:solidFill>
                  <a:srgbClr val="132D40"/>
                </a:solidFill>
                <a:latin typeface="DejaVu Sans"/>
                <a:ea typeface="DejaVu Sans"/>
                <a:cs typeface="DejaVu Sans"/>
              </a:defRPr>
            </a:lvl7pPr>
            <a:lvl8pPr>
              <a:defRPr sz="3000" b="1">
                <a:solidFill>
                  <a:srgbClr val="132D40"/>
                </a:solidFill>
                <a:latin typeface="DejaVu Sans"/>
                <a:ea typeface="DejaVu Sans"/>
                <a:cs typeface="DejaVu Sans"/>
              </a:defRPr>
            </a:lvl8pPr>
            <a:lvl9pPr>
              <a:defRPr sz="3000" b="1">
                <a:solidFill>
                  <a:srgbClr val="132D40"/>
                </a:solidFill>
                <a:latin typeface="DejaVu Sans"/>
                <a:ea typeface="DejaVu Sans"/>
                <a:cs typeface="DejaVu Sans"/>
              </a:defRPr>
            </a:lvl9pPr>
          </a:lstStyle>
          <a:p xmlns:a="http://schemas.openxmlformats.org/drawingml/2006/main">
            <a:pPr>
              <a:defRPr sz="3000" b="1">
                <a:solidFill>
                  <a:srgbClr val="132D40"/>
                </a:solidFill>
                <a:latin typeface="DejaVu Sans"/>
                <a:ea typeface="DejaVu Sans"/>
                <a:cs typeface="DejaVu Sans"/>
              </a:defRPr>
            </a:pPr>
            <a:r>
              <a:rPr sz="3000" b="1">
                <a:solidFill>
                  <a:srgbClr val="132D40"/>
                </a:solidFill>
                <a:latin typeface="DejaVu Sans"/>
                <a:ea typeface="DejaVu Sans"/>
                <a:cs typeface="DejaVu Sans"/>
              </a:rPr>
              <a:t>Prior qualifications and final outcomes</a:t>
            </a:r>
          </a:p>
        </p:txBody>
      </p:sp>
      <p:sp>
        <p:nvSpPr>
          <p:cNvPr id="2" name="text-1">
            <a:extLst xmlns:a="http://schemas.openxmlformats.org/drawingml/2006/main">
              <a:ext uri="{FF2B5EF4-FFF2-40B4-BE49-F238E27FC236}">
                <a16:creationId xmlns:a16="http://schemas.microsoft.com/office/drawing/2014/main" id="{02482BD9-9A6D-4CA2-BBB3-431061C67438}"/>
              </a:ext>
            </a:extLst>
          </p:cNvPr>
          <p:cNvSpPr>
            <a:spLocks xmlns:a="http://schemas.openxmlformats.org/drawingml/2006/main" noGrp="1"/>
          </p:cNvSpPr>
          <p:nvPr/>
        </p:nvSpPr>
        <p:spPr>
          <a:xfrm xmlns:a="http://schemas.openxmlformats.org/drawingml/2006/main">
            <a:off x="533400" y="1362075"/>
            <a:ext cx="1104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500" b="0">
                <a:solidFill>
                  <a:srgbClr val="526577"/>
                </a:solidFill>
                <a:latin typeface="DejaVu Sans"/>
                <a:ea typeface="DejaVu Sans"/>
                <a:cs typeface="DejaVu Sans"/>
              </a:defRPr>
            </a:defPPr>
            <a:lvl1pPr>
              <a:defRPr sz="1500" b="0">
                <a:solidFill>
                  <a:srgbClr val="526577"/>
                </a:solidFill>
                <a:latin typeface="DejaVu Sans"/>
                <a:ea typeface="DejaVu Sans"/>
                <a:cs typeface="DejaVu Sans"/>
              </a:defRPr>
            </a:lvl1pPr>
            <a:lvl2pPr>
              <a:defRPr sz="1500" b="0">
                <a:solidFill>
                  <a:srgbClr val="526577"/>
                </a:solidFill>
                <a:latin typeface="DejaVu Sans"/>
                <a:ea typeface="DejaVu Sans"/>
                <a:cs typeface="DejaVu Sans"/>
              </a:defRPr>
            </a:lvl2pPr>
            <a:lvl3pPr>
              <a:defRPr sz="1500" b="0">
                <a:solidFill>
                  <a:srgbClr val="526577"/>
                </a:solidFill>
                <a:latin typeface="DejaVu Sans"/>
                <a:ea typeface="DejaVu Sans"/>
                <a:cs typeface="DejaVu Sans"/>
              </a:defRPr>
            </a:lvl3pPr>
            <a:lvl4pPr>
              <a:defRPr sz="1500" b="0">
                <a:solidFill>
                  <a:srgbClr val="526577"/>
                </a:solidFill>
                <a:latin typeface="DejaVu Sans"/>
                <a:ea typeface="DejaVu Sans"/>
                <a:cs typeface="DejaVu Sans"/>
              </a:defRPr>
            </a:lvl4pPr>
            <a:lvl5pPr>
              <a:defRPr sz="1500" b="0">
                <a:solidFill>
                  <a:srgbClr val="526577"/>
                </a:solidFill>
                <a:latin typeface="DejaVu Sans"/>
                <a:ea typeface="DejaVu Sans"/>
                <a:cs typeface="DejaVu Sans"/>
              </a:defRPr>
            </a:lvl5pPr>
            <a:lvl6pPr>
              <a:defRPr sz="1500" b="0">
                <a:solidFill>
                  <a:srgbClr val="526577"/>
                </a:solidFill>
                <a:latin typeface="DejaVu Sans"/>
                <a:ea typeface="DejaVu Sans"/>
                <a:cs typeface="DejaVu Sans"/>
              </a:defRPr>
            </a:lvl6pPr>
            <a:lvl7pPr>
              <a:defRPr sz="1500" b="0">
                <a:solidFill>
                  <a:srgbClr val="526577"/>
                </a:solidFill>
                <a:latin typeface="DejaVu Sans"/>
                <a:ea typeface="DejaVu Sans"/>
                <a:cs typeface="DejaVu Sans"/>
              </a:defRPr>
            </a:lvl7pPr>
            <a:lvl8pPr>
              <a:defRPr sz="1500" b="0">
                <a:solidFill>
                  <a:srgbClr val="526577"/>
                </a:solidFill>
                <a:latin typeface="DejaVu Sans"/>
                <a:ea typeface="DejaVu Sans"/>
                <a:cs typeface="DejaVu Sans"/>
              </a:defRPr>
            </a:lvl8pPr>
            <a:lvl9pPr>
              <a:defRPr sz="1500" b="0">
                <a:solidFill>
                  <a:srgbClr val="526577"/>
                </a:solidFill>
                <a:latin typeface="DejaVu Sans"/>
                <a:ea typeface="DejaVu Sans"/>
                <a:cs typeface="DejaVu Sans"/>
              </a:defRPr>
            </a:lvl9pPr>
          </a:lstStyle>
          <a:p xmlns:a="http://schemas.openxmlformats.org/drawingml/2006/main">
            <a:pPr>
              <a:defRPr sz="1500" b="0">
                <a:solidFill>
                  <a:srgbClr val="526577"/>
                </a:solidFill>
                <a:latin typeface="DejaVu Sans"/>
                <a:ea typeface="DejaVu Sans"/>
                <a:cs typeface="DejaVu Sans"/>
              </a:defRPr>
            </a:pPr>
            <a:r>
              <a:rPr sz="1500" b="0">
                <a:solidFill>
                  <a:srgbClr val="526577"/>
                </a:solidFill>
                <a:latin typeface="DejaVu Sans"/>
                <a:ea typeface="DejaVu Sans"/>
                <a:cs typeface="DejaVu Sans"/>
              </a:rPr>
              <a:t>Combined withdrawal and failure by highest prior qualification</a:t>
            </a:r>
          </a:p>
        </p:txBody>
      </p:sp>
      <p:sp>
        <p:nvSpPr>
          <p:cNvPr id="3" name="text-2">
            <a:extLst xmlns:a="http://schemas.openxmlformats.org/drawingml/2006/main">
              <a:ext uri="{FF2B5EF4-FFF2-40B4-BE49-F238E27FC236}">
                <a16:creationId xmlns:a16="http://schemas.microsoft.com/office/drawing/2014/main" id="{8C4B400B-EB8C-4F29-8126-A2314A3B393E}"/>
              </a:ext>
            </a:extLst>
          </p:cNvPr>
          <p:cNvSpPr>
            <a:spLocks xmlns:a="http://schemas.openxmlformats.org/drawingml/2006/main" noGrp="1"/>
          </p:cNvSpPr>
          <p:nvPr/>
        </p:nvSpPr>
        <p:spPr>
          <a:xfrm xmlns:a="http://schemas.openxmlformats.org/drawingml/2006/main">
            <a:off x="11334750" y="6477000"/>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050" b="0">
                <a:solidFill>
                  <a:srgbClr val="526577"/>
                </a:solidFill>
                <a:latin typeface="DejaVu Sans"/>
                <a:ea typeface="DejaVu Sans"/>
                <a:cs typeface="DejaVu Sans"/>
              </a:defRPr>
            </a:defPPr>
            <a:lvl1pPr>
              <a:defRPr sz="1050" b="0">
                <a:solidFill>
                  <a:srgbClr val="526577"/>
                </a:solidFill>
                <a:latin typeface="DejaVu Sans"/>
                <a:ea typeface="DejaVu Sans"/>
                <a:cs typeface="DejaVu Sans"/>
              </a:defRPr>
            </a:lvl1pPr>
            <a:lvl2pPr>
              <a:defRPr sz="1050" b="0">
                <a:solidFill>
                  <a:srgbClr val="526577"/>
                </a:solidFill>
                <a:latin typeface="DejaVu Sans"/>
                <a:ea typeface="DejaVu Sans"/>
                <a:cs typeface="DejaVu Sans"/>
              </a:defRPr>
            </a:lvl2pPr>
            <a:lvl3pPr>
              <a:defRPr sz="1050" b="0">
                <a:solidFill>
                  <a:srgbClr val="526577"/>
                </a:solidFill>
                <a:latin typeface="DejaVu Sans"/>
                <a:ea typeface="DejaVu Sans"/>
                <a:cs typeface="DejaVu Sans"/>
              </a:defRPr>
            </a:lvl3pPr>
            <a:lvl4pPr>
              <a:defRPr sz="1050" b="0">
                <a:solidFill>
                  <a:srgbClr val="526577"/>
                </a:solidFill>
                <a:latin typeface="DejaVu Sans"/>
                <a:ea typeface="DejaVu Sans"/>
                <a:cs typeface="DejaVu Sans"/>
              </a:defRPr>
            </a:lvl4pPr>
            <a:lvl5pPr>
              <a:defRPr sz="1050" b="0">
                <a:solidFill>
                  <a:srgbClr val="526577"/>
                </a:solidFill>
                <a:latin typeface="DejaVu Sans"/>
                <a:ea typeface="DejaVu Sans"/>
                <a:cs typeface="DejaVu Sans"/>
              </a:defRPr>
            </a:lvl5pPr>
            <a:lvl6pPr>
              <a:defRPr sz="1050" b="0">
                <a:solidFill>
                  <a:srgbClr val="526577"/>
                </a:solidFill>
                <a:latin typeface="DejaVu Sans"/>
                <a:ea typeface="DejaVu Sans"/>
                <a:cs typeface="DejaVu Sans"/>
              </a:defRPr>
            </a:lvl6pPr>
            <a:lvl7pPr>
              <a:defRPr sz="1050" b="0">
                <a:solidFill>
                  <a:srgbClr val="526577"/>
                </a:solidFill>
                <a:latin typeface="DejaVu Sans"/>
                <a:ea typeface="DejaVu Sans"/>
                <a:cs typeface="DejaVu Sans"/>
              </a:defRPr>
            </a:lvl7pPr>
            <a:lvl8pPr>
              <a:defRPr sz="1050" b="0">
                <a:solidFill>
                  <a:srgbClr val="526577"/>
                </a:solidFill>
                <a:latin typeface="DejaVu Sans"/>
                <a:ea typeface="DejaVu Sans"/>
                <a:cs typeface="DejaVu Sans"/>
              </a:defRPr>
            </a:lvl8pPr>
            <a:lvl9pPr>
              <a:defRPr sz="1050" b="0">
                <a:solidFill>
                  <a:srgbClr val="526577"/>
                </a:solidFill>
                <a:latin typeface="DejaVu Sans"/>
                <a:ea typeface="DejaVu Sans"/>
                <a:cs typeface="DejaVu Sans"/>
              </a:defRPr>
            </a:lvl9pPr>
          </a:lstStyle>
          <a:p xmlns:a="http://schemas.openxmlformats.org/drawingml/2006/main">
            <a:pPr>
              <a:defRPr sz="1050" b="0">
                <a:solidFill>
                  <a:srgbClr val="526577"/>
                </a:solidFill>
                <a:latin typeface="DejaVu Sans"/>
                <a:ea typeface="DejaVu Sans"/>
                <a:cs typeface="DejaVu Sans"/>
              </a:defRPr>
            </a:pPr>
            <a:r>
              <a:rPr sz="1050" b="0">
                <a:solidFill>
                  <a:srgbClr val="526577"/>
                </a:solidFill>
                <a:latin typeface="DejaVu Sans"/>
                <a:ea typeface="DejaVu Sans"/>
                <a:cs typeface="DejaVu Sans"/>
              </a:rPr>
              <a:t>09</a:t>
            </a:r>
          </a:p>
        </p:txBody>
      </p:sp>
      <p:graphicFrame>
        <p:nvGraphicFramePr>
          <p:cNvPr id="4" name="Chart">
            <a:extLst xmlns:a="http://schemas.openxmlformats.org/drawingml/2006/main">
              <a:ext uri="{FF2B5EF4-FFF2-40B4-BE49-F238E27FC236}">
                <a16:creationId xmlns:a16="http://schemas.microsoft.com/office/drawing/2014/main" id="{998C09E5-5280-4CA6-948D-82B2999DA4F6}"/>
              </a:ext>
            </a:extLst>
          </p:cNvPr>
          <p:cNvGraphicFramePr/>
          <p:nvPr/>
        </p:nvGraphicFramePr>
        <p:xfrm>
          <a:off xmlns:a="http://schemas.openxmlformats.org/drawingml/2006/main" x="514350" y="1809750"/>
          <a:ext xmlns:a="http://schemas.openxmlformats.org/drawingml/2006/main" cx="11144250" cy="3381375"/>
        </p:xfrm>
        <a:graphic xmlns:a="http://schemas.openxmlformats.org/drawingml/2006/main">
          <a:graphicData uri="http://schemas.openxmlformats.org/drawingml/2006/chart">
            <c:chart xmlns:r="http://schemas.openxmlformats.org/officeDocument/2006/relationships" xmlns:c="http://schemas.openxmlformats.org/drawingml/2006/chart" r:id="R5210b42f6d114c0e"/>
          </a:graphicData>
        </a:graphic>
      </p:graphicFrame>
      <p:sp>
        <p:nvSpPr>
          <p:cNvPr id="5" name="text-3">
            <a:extLst xmlns:a="http://schemas.openxmlformats.org/drawingml/2006/main">
              <a:ext uri="{FF2B5EF4-FFF2-40B4-BE49-F238E27FC236}">
                <a16:creationId xmlns:a16="http://schemas.microsoft.com/office/drawing/2014/main" id="{E5F63AC1-17FD-4BB5-8A01-1EEE09F29FD6}"/>
              </a:ext>
            </a:extLst>
          </p:cNvPr>
          <p:cNvSpPr>
            <a:spLocks xmlns:a="http://schemas.openxmlformats.org/drawingml/2006/main" noGrp="1"/>
          </p:cNvSpPr>
          <p:nvPr/>
        </p:nvSpPr>
        <p:spPr>
          <a:xfrm xmlns:a="http://schemas.openxmlformats.org/drawingml/2006/main">
            <a:off x="533400" y="5495925"/>
            <a:ext cx="1095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00" b="1">
                <a:solidFill>
                  <a:srgbClr val="177E82"/>
                </a:solidFill>
                <a:latin typeface="DejaVu Sans"/>
                <a:ea typeface="DejaVu Sans"/>
                <a:cs typeface="DejaVu Sans"/>
              </a:defRPr>
            </a:defPPr>
            <a:lvl1pPr>
              <a:defRPr sz="1200" b="1">
                <a:solidFill>
                  <a:srgbClr val="177E82"/>
                </a:solidFill>
                <a:latin typeface="DejaVu Sans"/>
                <a:ea typeface="DejaVu Sans"/>
                <a:cs typeface="DejaVu Sans"/>
              </a:defRPr>
            </a:lvl1pPr>
            <a:lvl2pPr>
              <a:defRPr sz="1200" b="1">
                <a:solidFill>
                  <a:srgbClr val="177E82"/>
                </a:solidFill>
                <a:latin typeface="DejaVu Sans"/>
                <a:ea typeface="DejaVu Sans"/>
                <a:cs typeface="DejaVu Sans"/>
              </a:defRPr>
            </a:lvl2pPr>
            <a:lvl3pPr>
              <a:defRPr sz="1200" b="1">
                <a:solidFill>
                  <a:srgbClr val="177E82"/>
                </a:solidFill>
                <a:latin typeface="DejaVu Sans"/>
                <a:ea typeface="DejaVu Sans"/>
                <a:cs typeface="DejaVu Sans"/>
              </a:defRPr>
            </a:lvl3pPr>
            <a:lvl4pPr>
              <a:defRPr sz="1200" b="1">
                <a:solidFill>
                  <a:srgbClr val="177E82"/>
                </a:solidFill>
                <a:latin typeface="DejaVu Sans"/>
                <a:ea typeface="DejaVu Sans"/>
                <a:cs typeface="DejaVu Sans"/>
              </a:defRPr>
            </a:lvl4pPr>
            <a:lvl5pPr>
              <a:defRPr sz="1200" b="1">
                <a:solidFill>
                  <a:srgbClr val="177E82"/>
                </a:solidFill>
                <a:latin typeface="DejaVu Sans"/>
                <a:ea typeface="DejaVu Sans"/>
                <a:cs typeface="DejaVu Sans"/>
              </a:defRPr>
            </a:lvl5pPr>
            <a:lvl6pPr>
              <a:defRPr sz="1200" b="1">
                <a:solidFill>
                  <a:srgbClr val="177E82"/>
                </a:solidFill>
                <a:latin typeface="DejaVu Sans"/>
                <a:ea typeface="DejaVu Sans"/>
                <a:cs typeface="DejaVu Sans"/>
              </a:defRPr>
            </a:lvl6pPr>
            <a:lvl7pPr>
              <a:defRPr sz="1200" b="1">
                <a:solidFill>
                  <a:srgbClr val="177E82"/>
                </a:solidFill>
                <a:latin typeface="DejaVu Sans"/>
                <a:ea typeface="DejaVu Sans"/>
                <a:cs typeface="DejaVu Sans"/>
              </a:defRPr>
            </a:lvl7pPr>
            <a:lvl8pPr>
              <a:defRPr sz="1200" b="1">
                <a:solidFill>
                  <a:srgbClr val="177E82"/>
                </a:solidFill>
                <a:latin typeface="DejaVu Sans"/>
                <a:ea typeface="DejaVu Sans"/>
                <a:cs typeface="DejaVu Sans"/>
              </a:defRPr>
            </a:lvl8pPr>
            <a:lvl9pPr>
              <a:defRPr sz="1200" b="1">
                <a:solidFill>
                  <a:srgbClr val="177E82"/>
                </a:solidFill>
                <a:latin typeface="DejaVu Sans"/>
                <a:ea typeface="DejaVu Sans"/>
                <a:cs typeface="DejaVu Sans"/>
              </a:defRPr>
            </a:lvl9pPr>
          </a:lstStyle>
          <a:p xmlns:a="http://schemas.openxmlformats.org/drawingml/2006/main">
            <a:pPr>
              <a:defRPr sz="1200" b="1">
                <a:solidFill>
                  <a:srgbClr val="177E82"/>
                </a:solidFill>
                <a:latin typeface="DejaVu Sans"/>
                <a:ea typeface="DejaVu Sans"/>
                <a:cs typeface="DejaVu Sans"/>
              </a:defRPr>
            </a:pPr>
            <a:r>
              <a:rPr sz="1200" b="1">
                <a:solidFill>
                  <a:srgbClr val="177E82"/>
                </a:solidFill>
                <a:latin typeface="DejaVu Sans"/>
                <a:ea typeface="DejaVu Sans"/>
                <a:cs typeface="DejaVu Sans"/>
              </a:rPr>
              <a:t>PROPOSED SUPPORT</a:t>
            </a:r>
          </a:p>
        </p:txBody>
      </p:sp>
      <p:sp>
        <p:nvSpPr>
          <p:cNvPr id="6" name="text-4">
            <a:extLst xmlns:a="http://schemas.openxmlformats.org/drawingml/2006/main">
              <a:ext uri="{FF2B5EF4-FFF2-40B4-BE49-F238E27FC236}">
                <a16:creationId xmlns:a16="http://schemas.microsoft.com/office/drawing/2014/main" id="{C8B8423A-8385-48CB-9C91-F5C521C84C16}"/>
              </a:ext>
            </a:extLst>
          </p:cNvPr>
          <p:cNvSpPr>
            <a:spLocks xmlns:a="http://schemas.openxmlformats.org/drawingml/2006/main" noGrp="1"/>
          </p:cNvSpPr>
          <p:nvPr/>
        </p:nvSpPr>
        <p:spPr>
          <a:xfrm xmlns:a="http://schemas.openxmlformats.org/drawingml/2006/main">
            <a:off x="533400" y="5810250"/>
            <a:ext cx="109537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725" b="0">
                <a:solidFill>
                  <a:srgbClr val="132D40"/>
                </a:solidFill>
                <a:latin typeface="DejaVu Sans"/>
                <a:ea typeface="DejaVu Sans"/>
                <a:cs typeface="DejaVu Sans"/>
              </a:defRPr>
            </a:defPPr>
            <a:lvl1pPr>
              <a:defRPr sz="1725" b="0">
                <a:solidFill>
                  <a:srgbClr val="132D40"/>
                </a:solidFill>
                <a:latin typeface="DejaVu Sans"/>
                <a:ea typeface="DejaVu Sans"/>
                <a:cs typeface="DejaVu Sans"/>
              </a:defRPr>
            </a:lvl1pPr>
            <a:lvl2pPr>
              <a:defRPr sz="1725" b="0">
                <a:solidFill>
                  <a:srgbClr val="132D40"/>
                </a:solidFill>
                <a:latin typeface="DejaVu Sans"/>
                <a:ea typeface="DejaVu Sans"/>
                <a:cs typeface="DejaVu Sans"/>
              </a:defRPr>
            </a:lvl2pPr>
            <a:lvl3pPr>
              <a:defRPr sz="1725" b="0">
                <a:solidFill>
                  <a:srgbClr val="132D40"/>
                </a:solidFill>
                <a:latin typeface="DejaVu Sans"/>
                <a:ea typeface="DejaVu Sans"/>
                <a:cs typeface="DejaVu Sans"/>
              </a:defRPr>
            </a:lvl3pPr>
            <a:lvl4pPr>
              <a:defRPr sz="1725" b="0">
                <a:solidFill>
                  <a:srgbClr val="132D40"/>
                </a:solidFill>
                <a:latin typeface="DejaVu Sans"/>
                <a:ea typeface="DejaVu Sans"/>
                <a:cs typeface="DejaVu Sans"/>
              </a:defRPr>
            </a:lvl4pPr>
            <a:lvl5pPr>
              <a:defRPr sz="1725" b="0">
                <a:solidFill>
                  <a:srgbClr val="132D40"/>
                </a:solidFill>
                <a:latin typeface="DejaVu Sans"/>
                <a:ea typeface="DejaVu Sans"/>
                <a:cs typeface="DejaVu Sans"/>
              </a:defRPr>
            </a:lvl5pPr>
            <a:lvl6pPr>
              <a:defRPr sz="1725" b="0">
                <a:solidFill>
                  <a:srgbClr val="132D40"/>
                </a:solidFill>
                <a:latin typeface="DejaVu Sans"/>
                <a:ea typeface="DejaVu Sans"/>
                <a:cs typeface="DejaVu Sans"/>
              </a:defRPr>
            </a:lvl6pPr>
            <a:lvl7pPr>
              <a:defRPr sz="1725" b="0">
                <a:solidFill>
                  <a:srgbClr val="132D40"/>
                </a:solidFill>
                <a:latin typeface="DejaVu Sans"/>
                <a:ea typeface="DejaVu Sans"/>
                <a:cs typeface="DejaVu Sans"/>
              </a:defRPr>
            </a:lvl7pPr>
            <a:lvl8pPr>
              <a:defRPr sz="1725" b="0">
                <a:solidFill>
                  <a:srgbClr val="132D40"/>
                </a:solidFill>
                <a:latin typeface="DejaVu Sans"/>
                <a:ea typeface="DejaVu Sans"/>
                <a:cs typeface="DejaVu Sans"/>
              </a:defRPr>
            </a:lvl8pPr>
            <a:lvl9pPr>
              <a:defRPr sz="1725" b="0">
                <a:solidFill>
                  <a:srgbClr val="132D40"/>
                </a:solidFill>
                <a:latin typeface="DejaVu Sans"/>
                <a:ea typeface="DejaVu Sans"/>
                <a:cs typeface="DejaVu Sans"/>
              </a:defRPr>
            </a:lvl9pPr>
          </a:lstStyle>
          <a:p xmlns:a="http://schemas.openxmlformats.org/drawingml/2006/main">
            <a:pPr>
              <a:defRPr sz="1725" b="0">
                <a:solidFill>
                  <a:srgbClr val="132D40"/>
                </a:solidFill>
                <a:latin typeface="DejaVu Sans"/>
                <a:ea typeface="DejaVu Sans"/>
                <a:cs typeface="DejaVu Sans"/>
              </a:defRPr>
            </a:pPr>
            <a:r>
              <a:rPr sz="1725" b="0">
                <a:solidFill>
                  <a:srgbClr val="132D40"/>
                </a:solidFill>
                <a:latin typeface="DejaVu Sans"/>
                <a:ea typeface="DejaVu Sans"/>
                <a:cs typeface="DejaVu Sans"/>
              </a:rPr>
              <a:t>Offer foundational study skills and diagnostic checks, with worked examples and progressive practice.</a:t>
            </a:r>
          </a:p>
        </p:txBody>
      </p:sp>
    </p:spTree>
    <p:extLst>
      <p:ext uri="{BB962C8B-B14F-4D97-AF65-F5344CB8AC3E}">
        <p14:creationId xmlns:p14="http://schemas.microsoft.com/office/powerpoint/2010/main" val="85652183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F9023415-12AE-428F-8CFA-FD0B9BFA8E52}"/>
              </a:ext>
            </a:extLst>
          </p:cNvPr>
          <p:cNvSpPr>
            <a:spLocks xmlns:a="http://schemas.openxmlformats.org/drawingml/2006/main" noGrp="1"/>
          </p:cNvSpPr>
          <p:nvPr/>
        </p:nvSpPr>
        <p:spPr>
          <a:xfrm xmlns:a="http://schemas.openxmlformats.org/drawingml/2006/main">
            <a:off x="514350" y="323850"/>
            <a:ext cx="111633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000" b="1">
                <a:solidFill>
                  <a:srgbClr val="132D40"/>
                </a:solidFill>
                <a:latin typeface="DejaVu Sans"/>
                <a:ea typeface="DejaVu Sans"/>
                <a:cs typeface="DejaVu Sans"/>
              </a:defRPr>
            </a:defPPr>
            <a:lvl1pPr>
              <a:defRPr sz="3000" b="1">
                <a:solidFill>
                  <a:srgbClr val="132D40"/>
                </a:solidFill>
                <a:latin typeface="DejaVu Sans"/>
                <a:ea typeface="DejaVu Sans"/>
                <a:cs typeface="DejaVu Sans"/>
              </a:defRPr>
            </a:lvl1pPr>
            <a:lvl2pPr>
              <a:defRPr sz="3000" b="1">
                <a:solidFill>
                  <a:srgbClr val="132D40"/>
                </a:solidFill>
                <a:latin typeface="DejaVu Sans"/>
                <a:ea typeface="DejaVu Sans"/>
                <a:cs typeface="DejaVu Sans"/>
              </a:defRPr>
            </a:lvl2pPr>
            <a:lvl3pPr>
              <a:defRPr sz="3000" b="1">
                <a:solidFill>
                  <a:srgbClr val="132D40"/>
                </a:solidFill>
                <a:latin typeface="DejaVu Sans"/>
                <a:ea typeface="DejaVu Sans"/>
                <a:cs typeface="DejaVu Sans"/>
              </a:defRPr>
            </a:lvl3pPr>
            <a:lvl4pPr>
              <a:defRPr sz="3000" b="1">
                <a:solidFill>
                  <a:srgbClr val="132D40"/>
                </a:solidFill>
                <a:latin typeface="DejaVu Sans"/>
                <a:ea typeface="DejaVu Sans"/>
                <a:cs typeface="DejaVu Sans"/>
              </a:defRPr>
            </a:lvl4pPr>
            <a:lvl5pPr>
              <a:defRPr sz="3000" b="1">
                <a:solidFill>
                  <a:srgbClr val="132D40"/>
                </a:solidFill>
                <a:latin typeface="DejaVu Sans"/>
                <a:ea typeface="DejaVu Sans"/>
                <a:cs typeface="DejaVu Sans"/>
              </a:defRPr>
            </a:lvl5pPr>
            <a:lvl6pPr>
              <a:defRPr sz="3000" b="1">
                <a:solidFill>
                  <a:srgbClr val="132D40"/>
                </a:solidFill>
                <a:latin typeface="DejaVu Sans"/>
                <a:ea typeface="DejaVu Sans"/>
                <a:cs typeface="DejaVu Sans"/>
              </a:defRPr>
            </a:lvl6pPr>
            <a:lvl7pPr>
              <a:defRPr sz="3000" b="1">
                <a:solidFill>
                  <a:srgbClr val="132D40"/>
                </a:solidFill>
                <a:latin typeface="DejaVu Sans"/>
                <a:ea typeface="DejaVu Sans"/>
                <a:cs typeface="DejaVu Sans"/>
              </a:defRPr>
            </a:lvl7pPr>
            <a:lvl8pPr>
              <a:defRPr sz="3000" b="1">
                <a:solidFill>
                  <a:srgbClr val="132D40"/>
                </a:solidFill>
                <a:latin typeface="DejaVu Sans"/>
                <a:ea typeface="DejaVu Sans"/>
                <a:cs typeface="DejaVu Sans"/>
              </a:defRPr>
            </a:lvl8pPr>
            <a:lvl9pPr>
              <a:defRPr sz="3000" b="1">
                <a:solidFill>
                  <a:srgbClr val="132D40"/>
                </a:solidFill>
                <a:latin typeface="DejaVu Sans"/>
                <a:ea typeface="DejaVu Sans"/>
                <a:cs typeface="DejaVu Sans"/>
              </a:defRPr>
            </a:lvl9pPr>
          </a:lstStyle>
          <a:p xmlns:a="http://schemas.openxmlformats.org/drawingml/2006/main">
            <a:pPr>
              <a:defRPr sz="3000" b="1">
                <a:solidFill>
                  <a:srgbClr val="132D40"/>
                </a:solidFill>
                <a:latin typeface="DejaVu Sans"/>
                <a:ea typeface="DejaVu Sans"/>
                <a:cs typeface="DejaVu Sans"/>
              </a:defRPr>
            </a:pPr>
            <a:r>
              <a:rPr sz="3000" b="1">
                <a:solidFill>
                  <a:srgbClr val="132D40"/>
                </a:solidFill>
                <a:latin typeface="DejaVu Sans"/>
                <a:ea typeface="DejaVu Sans"/>
                <a:cs typeface="DejaVu Sans"/>
              </a:rPr>
              <a:t>Assessment completion separates outcome groups</a:t>
            </a:r>
          </a:p>
        </p:txBody>
      </p:sp>
      <p:sp>
        <p:nvSpPr>
          <p:cNvPr id="2" name="text-1">
            <a:extLst xmlns:a="http://schemas.openxmlformats.org/drawingml/2006/main">
              <a:ext uri="{FF2B5EF4-FFF2-40B4-BE49-F238E27FC236}">
                <a16:creationId xmlns:a16="http://schemas.microsoft.com/office/drawing/2014/main" id="{926085F5-D308-4CF6-971D-FAA74F13E705}"/>
              </a:ext>
            </a:extLst>
          </p:cNvPr>
          <p:cNvSpPr>
            <a:spLocks xmlns:a="http://schemas.openxmlformats.org/drawingml/2006/main" noGrp="1"/>
          </p:cNvSpPr>
          <p:nvPr/>
        </p:nvSpPr>
        <p:spPr>
          <a:xfrm xmlns:a="http://schemas.openxmlformats.org/drawingml/2006/main">
            <a:off x="533400" y="1362075"/>
            <a:ext cx="1104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500" b="0">
                <a:solidFill>
                  <a:srgbClr val="526577"/>
                </a:solidFill>
                <a:latin typeface="DejaVu Sans"/>
                <a:ea typeface="DejaVu Sans"/>
                <a:cs typeface="DejaVu Sans"/>
              </a:defRPr>
            </a:defPPr>
            <a:lvl1pPr>
              <a:defRPr sz="1500" b="0">
                <a:solidFill>
                  <a:srgbClr val="526577"/>
                </a:solidFill>
                <a:latin typeface="DejaVu Sans"/>
                <a:ea typeface="DejaVu Sans"/>
                <a:cs typeface="DejaVu Sans"/>
              </a:defRPr>
            </a:lvl1pPr>
            <a:lvl2pPr>
              <a:defRPr sz="1500" b="0">
                <a:solidFill>
                  <a:srgbClr val="526577"/>
                </a:solidFill>
                <a:latin typeface="DejaVu Sans"/>
                <a:ea typeface="DejaVu Sans"/>
                <a:cs typeface="DejaVu Sans"/>
              </a:defRPr>
            </a:lvl2pPr>
            <a:lvl3pPr>
              <a:defRPr sz="1500" b="0">
                <a:solidFill>
                  <a:srgbClr val="526577"/>
                </a:solidFill>
                <a:latin typeface="DejaVu Sans"/>
                <a:ea typeface="DejaVu Sans"/>
                <a:cs typeface="DejaVu Sans"/>
              </a:defRPr>
            </a:lvl3pPr>
            <a:lvl4pPr>
              <a:defRPr sz="1500" b="0">
                <a:solidFill>
                  <a:srgbClr val="526577"/>
                </a:solidFill>
                <a:latin typeface="DejaVu Sans"/>
                <a:ea typeface="DejaVu Sans"/>
                <a:cs typeface="DejaVu Sans"/>
              </a:defRPr>
            </a:lvl4pPr>
            <a:lvl5pPr>
              <a:defRPr sz="1500" b="0">
                <a:solidFill>
                  <a:srgbClr val="526577"/>
                </a:solidFill>
                <a:latin typeface="DejaVu Sans"/>
                <a:ea typeface="DejaVu Sans"/>
                <a:cs typeface="DejaVu Sans"/>
              </a:defRPr>
            </a:lvl5pPr>
            <a:lvl6pPr>
              <a:defRPr sz="1500" b="0">
                <a:solidFill>
                  <a:srgbClr val="526577"/>
                </a:solidFill>
                <a:latin typeface="DejaVu Sans"/>
                <a:ea typeface="DejaVu Sans"/>
                <a:cs typeface="DejaVu Sans"/>
              </a:defRPr>
            </a:lvl6pPr>
            <a:lvl7pPr>
              <a:defRPr sz="1500" b="0">
                <a:solidFill>
                  <a:srgbClr val="526577"/>
                </a:solidFill>
                <a:latin typeface="DejaVu Sans"/>
                <a:ea typeface="DejaVu Sans"/>
                <a:cs typeface="DejaVu Sans"/>
              </a:defRPr>
            </a:lvl7pPr>
            <a:lvl8pPr>
              <a:defRPr sz="1500" b="0">
                <a:solidFill>
                  <a:srgbClr val="526577"/>
                </a:solidFill>
                <a:latin typeface="DejaVu Sans"/>
                <a:ea typeface="DejaVu Sans"/>
                <a:cs typeface="DejaVu Sans"/>
              </a:defRPr>
            </a:lvl8pPr>
            <a:lvl9pPr>
              <a:defRPr sz="1500" b="0">
                <a:solidFill>
                  <a:srgbClr val="526577"/>
                </a:solidFill>
                <a:latin typeface="DejaVu Sans"/>
                <a:ea typeface="DejaVu Sans"/>
                <a:cs typeface="DejaVu Sans"/>
              </a:defRPr>
            </a:lvl9pPr>
          </a:lstStyle>
          <a:p xmlns:a="http://schemas.openxmlformats.org/drawingml/2006/main">
            <a:pPr>
              <a:defRPr sz="1500" b="0">
                <a:solidFill>
                  <a:srgbClr val="526577"/>
                </a:solidFill>
                <a:latin typeface="DejaVu Sans"/>
                <a:ea typeface="DejaVu Sans"/>
                <a:cs typeface="DejaVu Sans"/>
              </a:defRPr>
            </a:pPr>
            <a:r>
              <a:rPr sz="1500" b="0">
                <a:solidFill>
                  <a:srgbClr val="526577"/>
                </a:solidFill>
                <a:latin typeface="DejaVu Sans"/>
                <a:ea typeface="DejaVu Sans"/>
                <a:cs typeface="DejaVu Sans"/>
              </a:rPr>
              <a:t>22.93% of eligible assessment opportunities have no submission record</a:t>
            </a:r>
          </a:p>
        </p:txBody>
      </p:sp>
      <p:sp>
        <p:nvSpPr>
          <p:cNvPr id="3" name="text-2">
            <a:extLst xmlns:a="http://schemas.openxmlformats.org/drawingml/2006/main">
              <a:ext uri="{FF2B5EF4-FFF2-40B4-BE49-F238E27FC236}">
                <a16:creationId xmlns:a16="http://schemas.microsoft.com/office/drawing/2014/main" id="{87EA15FB-BBC8-46E1-BDEC-FE1A533E9328}"/>
              </a:ext>
            </a:extLst>
          </p:cNvPr>
          <p:cNvSpPr>
            <a:spLocks xmlns:a="http://schemas.openxmlformats.org/drawingml/2006/main" noGrp="1"/>
          </p:cNvSpPr>
          <p:nvPr/>
        </p:nvSpPr>
        <p:spPr>
          <a:xfrm xmlns:a="http://schemas.openxmlformats.org/drawingml/2006/main">
            <a:off x="11334750" y="6477000"/>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050" b="0">
                <a:solidFill>
                  <a:srgbClr val="526577"/>
                </a:solidFill>
                <a:latin typeface="DejaVu Sans"/>
                <a:ea typeface="DejaVu Sans"/>
                <a:cs typeface="DejaVu Sans"/>
              </a:defRPr>
            </a:defPPr>
            <a:lvl1pPr>
              <a:defRPr sz="1050" b="0">
                <a:solidFill>
                  <a:srgbClr val="526577"/>
                </a:solidFill>
                <a:latin typeface="DejaVu Sans"/>
                <a:ea typeface="DejaVu Sans"/>
                <a:cs typeface="DejaVu Sans"/>
              </a:defRPr>
            </a:lvl1pPr>
            <a:lvl2pPr>
              <a:defRPr sz="1050" b="0">
                <a:solidFill>
                  <a:srgbClr val="526577"/>
                </a:solidFill>
                <a:latin typeface="DejaVu Sans"/>
                <a:ea typeface="DejaVu Sans"/>
                <a:cs typeface="DejaVu Sans"/>
              </a:defRPr>
            </a:lvl2pPr>
            <a:lvl3pPr>
              <a:defRPr sz="1050" b="0">
                <a:solidFill>
                  <a:srgbClr val="526577"/>
                </a:solidFill>
                <a:latin typeface="DejaVu Sans"/>
                <a:ea typeface="DejaVu Sans"/>
                <a:cs typeface="DejaVu Sans"/>
              </a:defRPr>
            </a:lvl3pPr>
            <a:lvl4pPr>
              <a:defRPr sz="1050" b="0">
                <a:solidFill>
                  <a:srgbClr val="526577"/>
                </a:solidFill>
                <a:latin typeface="DejaVu Sans"/>
                <a:ea typeface="DejaVu Sans"/>
                <a:cs typeface="DejaVu Sans"/>
              </a:defRPr>
            </a:lvl4pPr>
            <a:lvl5pPr>
              <a:defRPr sz="1050" b="0">
                <a:solidFill>
                  <a:srgbClr val="526577"/>
                </a:solidFill>
                <a:latin typeface="DejaVu Sans"/>
                <a:ea typeface="DejaVu Sans"/>
                <a:cs typeface="DejaVu Sans"/>
              </a:defRPr>
            </a:lvl5pPr>
            <a:lvl6pPr>
              <a:defRPr sz="1050" b="0">
                <a:solidFill>
                  <a:srgbClr val="526577"/>
                </a:solidFill>
                <a:latin typeface="DejaVu Sans"/>
                <a:ea typeface="DejaVu Sans"/>
                <a:cs typeface="DejaVu Sans"/>
              </a:defRPr>
            </a:lvl6pPr>
            <a:lvl7pPr>
              <a:defRPr sz="1050" b="0">
                <a:solidFill>
                  <a:srgbClr val="526577"/>
                </a:solidFill>
                <a:latin typeface="DejaVu Sans"/>
                <a:ea typeface="DejaVu Sans"/>
                <a:cs typeface="DejaVu Sans"/>
              </a:defRPr>
            </a:lvl7pPr>
            <a:lvl8pPr>
              <a:defRPr sz="1050" b="0">
                <a:solidFill>
                  <a:srgbClr val="526577"/>
                </a:solidFill>
                <a:latin typeface="DejaVu Sans"/>
                <a:ea typeface="DejaVu Sans"/>
                <a:cs typeface="DejaVu Sans"/>
              </a:defRPr>
            </a:lvl8pPr>
            <a:lvl9pPr>
              <a:defRPr sz="1050" b="0">
                <a:solidFill>
                  <a:srgbClr val="526577"/>
                </a:solidFill>
                <a:latin typeface="DejaVu Sans"/>
                <a:ea typeface="DejaVu Sans"/>
                <a:cs typeface="DejaVu Sans"/>
              </a:defRPr>
            </a:lvl9pPr>
          </a:lstStyle>
          <a:p xmlns:a="http://schemas.openxmlformats.org/drawingml/2006/main">
            <a:pPr>
              <a:defRPr sz="1050" b="0">
                <a:solidFill>
                  <a:srgbClr val="526577"/>
                </a:solidFill>
                <a:latin typeface="DejaVu Sans"/>
                <a:ea typeface="DejaVu Sans"/>
                <a:cs typeface="DejaVu Sans"/>
              </a:defRPr>
            </a:pPr>
            <a:r>
              <a:rPr sz="1050" b="0">
                <a:solidFill>
                  <a:srgbClr val="526577"/>
                </a:solidFill>
                <a:latin typeface="DejaVu Sans"/>
                <a:ea typeface="DejaVu Sans"/>
                <a:cs typeface="DejaVu Sans"/>
              </a:rPr>
              <a:t>10</a:t>
            </a:r>
          </a:p>
        </p:txBody>
      </p:sp>
      <p:graphicFrame>
        <p:nvGraphicFramePr>
          <p:cNvPr id="4" name="Chart">
            <a:extLst xmlns:a="http://schemas.openxmlformats.org/drawingml/2006/main">
              <a:ext uri="{FF2B5EF4-FFF2-40B4-BE49-F238E27FC236}">
                <a16:creationId xmlns:a16="http://schemas.microsoft.com/office/drawing/2014/main" id="{9EBCCD61-55CF-4305-A168-3DFE4801DFF1}"/>
              </a:ext>
            </a:extLst>
          </p:cNvPr>
          <p:cNvGraphicFramePr/>
          <p:nvPr/>
        </p:nvGraphicFramePr>
        <p:xfrm>
          <a:off xmlns:a="http://schemas.openxmlformats.org/drawingml/2006/main" x="514350" y="1809750"/>
          <a:ext xmlns:a="http://schemas.openxmlformats.org/drawingml/2006/main" cx="11144250" cy="3381375"/>
        </p:xfrm>
        <a:graphic xmlns:a="http://schemas.openxmlformats.org/drawingml/2006/main">
          <a:graphicData uri="http://schemas.openxmlformats.org/drawingml/2006/chart">
            <c:chart xmlns:r="http://schemas.openxmlformats.org/officeDocument/2006/relationships" xmlns:c="http://schemas.openxmlformats.org/drawingml/2006/chart" r:id="R4329840a473545a8"/>
          </a:graphicData>
        </a:graphic>
      </p:graphicFrame>
      <p:sp>
        <p:nvSpPr>
          <p:cNvPr id="5" name="text-3">
            <a:extLst xmlns:a="http://schemas.openxmlformats.org/drawingml/2006/main">
              <a:ext uri="{FF2B5EF4-FFF2-40B4-BE49-F238E27FC236}">
                <a16:creationId xmlns:a16="http://schemas.microsoft.com/office/drawing/2014/main" id="{51C8CD72-E355-4D4B-864C-0BBCFA042639}"/>
              </a:ext>
            </a:extLst>
          </p:cNvPr>
          <p:cNvSpPr>
            <a:spLocks xmlns:a="http://schemas.openxmlformats.org/drawingml/2006/main" noGrp="1"/>
          </p:cNvSpPr>
          <p:nvPr/>
        </p:nvSpPr>
        <p:spPr>
          <a:xfrm xmlns:a="http://schemas.openxmlformats.org/drawingml/2006/main">
            <a:off x="533400" y="5495925"/>
            <a:ext cx="1095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00" b="1">
                <a:solidFill>
                  <a:srgbClr val="177E82"/>
                </a:solidFill>
                <a:latin typeface="DejaVu Sans"/>
                <a:ea typeface="DejaVu Sans"/>
                <a:cs typeface="DejaVu Sans"/>
              </a:defRPr>
            </a:defPPr>
            <a:lvl1pPr>
              <a:defRPr sz="1200" b="1">
                <a:solidFill>
                  <a:srgbClr val="177E82"/>
                </a:solidFill>
                <a:latin typeface="DejaVu Sans"/>
                <a:ea typeface="DejaVu Sans"/>
                <a:cs typeface="DejaVu Sans"/>
              </a:defRPr>
            </a:lvl1pPr>
            <a:lvl2pPr>
              <a:defRPr sz="1200" b="1">
                <a:solidFill>
                  <a:srgbClr val="177E82"/>
                </a:solidFill>
                <a:latin typeface="DejaVu Sans"/>
                <a:ea typeface="DejaVu Sans"/>
                <a:cs typeface="DejaVu Sans"/>
              </a:defRPr>
            </a:lvl2pPr>
            <a:lvl3pPr>
              <a:defRPr sz="1200" b="1">
                <a:solidFill>
                  <a:srgbClr val="177E82"/>
                </a:solidFill>
                <a:latin typeface="DejaVu Sans"/>
                <a:ea typeface="DejaVu Sans"/>
                <a:cs typeface="DejaVu Sans"/>
              </a:defRPr>
            </a:lvl3pPr>
            <a:lvl4pPr>
              <a:defRPr sz="1200" b="1">
                <a:solidFill>
                  <a:srgbClr val="177E82"/>
                </a:solidFill>
                <a:latin typeface="DejaVu Sans"/>
                <a:ea typeface="DejaVu Sans"/>
                <a:cs typeface="DejaVu Sans"/>
              </a:defRPr>
            </a:lvl4pPr>
            <a:lvl5pPr>
              <a:defRPr sz="1200" b="1">
                <a:solidFill>
                  <a:srgbClr val="177E82"/>
                </a:solidFill>
                <a:latin typeface="DejaVu Sans"/>
                <a:ea typeface="DejaVu Sans"/>
                <a:cs typeface="DejaVu Sans"/>
              </a:defRPr>
            </a:lvl5pPr>
            <a:lvl6pPr>
              <a:defRPr sz="1200" b="1">
                <a:solidFill>
                  <a:srgbClr val="177E82"/>
                </a:solidFill>
                <a:latin typeface="DejaVu Sans"/>
                <a:ea typeface="DejaVu Sans"/>
                <a:cs typeface="DejaVu Sans"/>
              </a:defRPr>
            </a:lvl6pPr>
            <a:lvl7pPr>
              <a:defRPr sz="1200" b="1">
                <a:solidFill>
                  <a:srgbClr val="177E82"/>
                </a:solidFill>
                <a:latin typeface="DejaVu Sans"/>
                <a:ea typeface="DejaVu Sans"/>
                <a:cs typeface="DejaVu Sans"/>
              </a:defRPr>
            </a:lvl7pPr>
            <a:lvl8pPr>
              <a:defRPr sz="1200" b="1">
                <a:solidFill>
                  <a:srgbClr val="177E82"/>
                </a:solidFill>
                <a:latin typeface="DejaVu Sans"/>
                <a:ea typeface="DejaVu Sans"/>
                <a:cs typeface="DejaVu Sans"/>
              </a:defRPr>
            </a:lvl8pPr>
            <a:lvl9pPr>
              <a:defRPr sz="1200" b="1">
                <a:solidFill>
                  <a:srgbClr val="177E82"/>
                </a:solidFill>
                <a:latin typeface="DejaVu Sans"/>
                <a:ea typeface="DejaVu Sans"/>
                <a:cs typeface="DejaVu Sans"/>
              </a:defRPr>
            </a:lvl9pPr>
          </a:lstStyle>
          <a:p xmlns:a="http://schemas.openxmlformats.org/drawingml/2006/main">
            <a:pPr>
              <a:defRPr sz="1200" b="1">
                <a:solidFill>
                  <a:srgbClr val="177E82"/>
                </a:solidFill>
                <a:latin typeface="DejaVu Sans"/>
                <a:ea typeface="DejaVu Sans"/>
                <a:cs typeface="DejaVu Sans"/>
              </a:defRPr>
            </a:pPr>
            <a:r>
              <a:rPr sz="1200" b="1">
                <a:solidFill>
                  <a:srgbClr val="177E82"/>
                </a:solidFill>
                <a:latin typeface="DejaVu Sans"/>
                <a:ea typeface="DejaVu Sans"/>
                <a:cs typeface="DejaVu Sans"/>
              </a:rPr>
              <a:t>PROPOSED SUPPORT</a:t>
            </a:r>
          </a:p>
        </p:txBody>
      </p:sp>
      <p:sp>
        <p:nvSpPr>
          <p:cNvPr id="6" name="text-4">
            <a:extLst xmlns:a="http://schemas.openxmlformats.org/drawingml/2006/main">
              <a:ext uri="{FF2B5EF4-FFF2-40B4-BE49-F238E27FC236}">
                <a16:creationId xmlns:a16="http://schemas.microsoft.com/office/drawing/2014/main" id="{6515B027-007D-402B-84C4-FB953E238E71}"/>
              </a:ext>
            </a:extLst>
          </p:cNvPr>
          <p:cNvSpPr>
            <a:spLocks xmlns:a="http://schemas.openxmlformats.org/drawingml/2006/main" noGrp="1"/>
          </p:cNvSpPr>
          <p:nvPr/>
        </p:nvSpPr>
        <p:spPr>
          <a:xfrm xmlns:a="http://schemas.openxmlformats.org/drawingml/2006/main">
            <a:off x="533400" y="5810250"/>
            <a:ext cx="109537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725" b="0">
                <a:solidFill>
                  <a:srgbClr val="132D40"/>
                </a:solidFill>
                <a:latin typeface="DejaVu Sans"/>
                <a:ea typeface="DejaVu Sans"/>
                <a:cs typeface="DejaVu Sans"/>
              </a:defRPr>
            </a:defPPr>
            <a:lvl1pPr>
              <a:defRPr sz="1725" b="0">
                <a:solidFill>
                  <a:srgbClr val="132D40"/>
                </a:solidFill>
                <a:latin typeface="DejaVu Sans"/>
                <a:ea typeface="DejaVu Sans"/>
                <a:cs typeface="DejaVu Sans"/>
              </a:defRPr>
            </a:lvl1pPr>
            <a:lvl2pPr>
              <a:defRPr sz="1725" b="0">
                <a:solidFill>
                  <a:srgbClr val="132D40"/>
                </a:solidFill>
                <a:latin typeface="DejaVu Sans"/>
                <a:ea typeface="DejaVu Sans"/>
                <a:cs typeface="DejaVu Sans"/>
              </a:defRPr>
            </a:lvl2pPr>
            <a:lvl3pPr>
              <a:defRPr sz="1725" b="0">
                <a:solidFill>
                  <a:srgbClr val="132D40"/>
                </a:solidFill>
                <a:latin typeface="DejaVu Sans"/>
                <a:ea typeface="DejaVu Sans"/>
                <a:cs typeface="DejaVu Sans"/>
              </a:defRPr>
            </a:lvl3pPr>
            <a:lvl4pPr>
              <a:defRPr sz="1725" b="0">
                <a:solidFill>
                  <a:srgbClr val="132D40"/>
                </a:solidFill>
                <a:latin typeface="DejaVu Sans"/>
                <a:ea typeface="DejaVu Sans"/>
                <a:cs typeface="DejaVu Sans"/>
              </a:defRPr>
            </a:lvl4pPr>
            <a:lvl5pPr>
              <a:defRPr sz="1725" b="0">
                <a:solidFill>
                  <a:srgbClr val="132D40"/>
                </a:solidFill>
                <a:latin typeface="DejaVu Sans"/>
                <a:ea typeface="DejaVu Sans"/>
                <a:cs typeface="DejaVu Sans"/>
              </a:defRPr>
            </a:lvl5pPr>
            <a:lvl6pPr>
              <a:defRPr sz="1725" b="0">
                <a:solidFill>
                  <a:srgbClr val="132D40"/>
                </a:solidFill>
                <a:latin typeface="DejaVu Sans"/>
                <a:ea typeface="DejaVu Sans"/>
                <a:cs typeface="DejaVu Sans"/>
              </a:defRPr>
            </a:lvl6pPr>
            <a:lvl7pPr>
              <a:defRPr sz="1725" b="0">
                <a:solidFill>
                  <a:srgbClr val="132D40"/>
                </a:solidFill>
                <a:latin typeface="DejaVu Sans"/>
                <a:ea typeface="DejaVu Sans"/>
                <a:cs typeface="DejaVu Sans"/>
              </a:defRPr>
            </a:lvl7pPr>
            <a:lvl8pPr>
              <a:defRPr sz="1725" b="0">
                <a:solidFill>
                  <a:srgbClr val="132D40"/>
                </a:solidFill>
                <a:latin typeface="DejaVu Sans"/>
                <a:ea typeface="DejaVu Sans"/>
                <a:cs typeface="DejaVu Sans"/>
              </a:defRPr>
            </a:lvl8pPr>
            <a:lvl9pPr>
              <a:defRPr sz="1725" b="0">
                <a:solidFill>
                  <a:srgbClr val="132D40"/>
                </a:solidFill>
                <a:latin typeface="DejaVu Sans"/>
                <a:ea typeface="DejaVu Sans"/>
                <a:cs typeface="DejaVu Sans"/>
              </a:defRPr>
            </a:lvl9pPr>
          </a:lstStyle>
          <a:p xmlns:a="http://schemas.openxmlformats.org/drawingml/2006/main">
            <a:pPr>
              <a:defRPr sz="1725" b="0">
                <a:solidFill>
                  <a:srgbClr val="132D40"/>
                </a:solidFill>
                <a:latin typeface="DejaVu Sans"/>
                <a:ea typeface="DejaVu Sans"/>
                <a:cs typeface="DejaVu Sans"/>
              </a:defRPr>
            </a:pPr>
            <a:r>
              <a:rPr sz="1725" b="0">
                <a:solidFill>
                  <a:srgbClr val="132D40"/>
                </a:solidFill>
                <a:latin typeface="DejaVu Sans"/>
                <a:ea typeface="DejaVu Sans"/>
                <a:cs typeface="DejaVu Sans"/>
              </a:rPr>
              <a:t>Provide a clear assessment calendar and reminders. Break large assignments into stages and check missing records.</a:t>
            </a:r>
          </a:p>
        </p:txBody>
      </p:sp>
    </p:spTree>
    <p:extLst>
      <p:ext uri="{BB962C8B-B14F-4D97-AF65-F5344CB8AC3E}">
        <p14:creationId xmlns:p14="http://schemas.microsoft.com/office/powerpoint/2010/main" val="1900193354"/>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53F7296A-7E16-4A51-9EF6-8462FDE27AA3}"/>
              </a:ext>
            </a:extLst>
          </p:cNvPr>
          <p:cNvSpPr>
            <a:spLocks xmlns:a="http://schemas.openxmlformats.org/drawingml/2006/main" noGrp="1"/>
          </p:cNvSpPr>
          <p:nvPr/>
        </p:nvSpPr>
        <p:spPr>
          <a:xfrm xmlns:a="http://schemas.openxmlformats.org/drawingml/2006/main">
            <a:off x="514350" y="323850"/>
            <a:ext cx="111633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000" b="1">
                <a:solidFill>
                  <a:srgbClr val="132D40"/>
                </a:solidFill>
                <a:latin typeface="DejaVu Sans"/>
                <a:ea typeface="DejaVu Sans"/>
                <a:cs typeface="DejaVu Sans"/>
              </a:defRPr>
            </a:defPPr>
            <a:lvl1pPr>
              <a:defRPr sz="3000" b="1">
                <a:solidFill>
                  <a:srgbClr val="132D40"/>
                </a:solidFill>
                <a:latin typeface="DejaVu Sans"/>
                <a:ea typeface="DejaVu Sans"/>
                <a:cs typeface="DejaVu Sans"/>
              </a:defRPr>
            </a:lvl1pPr>
            <a:lvl2pPr>
              <a:defRPr sz="3000" b="1">
                <a:solidFill>
                  <a:srgbClr val="132D40"/>
                </a:solidFill>
                <a:latin typeface="DejaVu Sans"/>
                <a:ea typeface="DejaVu Sans"/>
                <a:cs typeface="DejaVu Sans"/>
              </a:defRPr>
            </a:lvl2pPr>
            <a:lvl3pPr>
              <a:defRPr sz="3000" b="1">
                <a:solidFill>
                  <a:srgbClr val="132D40"/>
                </a:solidFill>
                <a:latin typeface="DejaVu Sans"/>
                <a:ea typeface="DejaVu Sans"/>
                <a:cs typeface="DejaVu Sans"/>
              </a:defRPr>
            </a:lvl3pPr>
            <a:lvl4pPr>
              <a:defRPr sz="3000" b="1">
                <a:solidFill>
                  <a:srgbClr val="132D40"/>
                </a:solidFill>
                <a:latin typeface="DejaVu Sans"/>
                <a:ea typeface="DejaVu Sans"/>
                <a:cs typeface="DejaVu Sans"/>
              </a:defRPr>
            </a:lvl4pPr>
            <a:lvl5pPr>
              <a:defRPr sz="3000" b="1">
                <a:solidFill>
                  <a:srgbClr val="132D40"/>
                </a:solidFill>
                <a:latin typeface="DejaVu Sans"/>
                <a:ea typeface="DejaVu Sans"/>
                <a:cs typeface="DejaVu Sans"/>
              </a:defRPr>
            </a:lvl5pPr>
            <a:lvl6pPr>
              <a:defRPr sz="3000" b="1">
                <a:solidFill>
                  <a:srgbClr val="132D40"/>
                </a:solidFill>
                <a:latin typeface="DejaVu Sans"/>
                <a:ea typeface="DejaVu Sans"/>
                <a:cs typeface="DejaVu Sans"/>
              </a:defRPr>
            </a:lvl6pPr>
            <a:lvl7pPr>
              <a:defRPr sz="3000" b="1">
                <a:solidFill>
                  <a:srgbClr val="132D40"/>
                </a:solidFill>
                <a:latin typeface="DejaVu Sans"/>
                <a:ea typeface="DejaVu Sans"/>
                <a:cs typeface="DejaVu Sans"/>
              </a:defRPr>
            </a:lvl7pPr>
            <a:lvl8pPr>
              <a:defRPr sz="3000" b="1">
                <a:solidFill>
                  <a:srgbClr val="132D40"/>
                </a:solidFill>
                <a:latin typeface="DejaVu Sans"/>
                <a:ea typeface="DejaVu Sans"/>
                <a:cs typeface="DejaVu Sans"/>
              </a:defRPr>
            </a:lvl8pPr>
            <a:lvl9pPr>
              <a:defRPr sz="3000" b="1">
                <a:solidFill>
                  <a:srgbClr val="132D40"/>
                </a:solidFill>
                <a:latin typeface="DejaVu Sans"/>
                <a:ea typeface="DejaVu Sans"/>
                <a:cs typeface="DejaVu Sans"/>
              </a:defRPr>
            </a:lvl9pPr>
          </a:lstStyle>
          <a:p xmlns:a="http://schemas.openxmlformats.org/drawingml/2006/main">
            <a:pPr>
              <a:defRPr sz="3000" b="1">
                <a:solidFill>
                  <a:srgbClr val="132D40"/>
                </a:solidFill>
                <a:latin typeface="DejaVu Sans"/>
                <a:ea typeface="DejaVu Sans"/>
                <a:cs typeface="DejaVu Sans"/>
              </a:defRPr>
            </a:pPr>
            <a:r>
              <a:rPr sz="3000" b="1">
                <a:solidFill>
                  <a:srgbClr val="132D40"/>
                </a:solidFill>
                <a:latin typeface="DejaVu Sans"/>
                <a:ea typeface="DejaVu Sans"/>
                <a:cs typeface="DejaVu Sans"/>
              </a:rPr>
              <a:t>Submission support needs differ by module</a:t>
            </a:r>
          </a:p>
        </p:txBody>
      </p:sp>
      <p:sp>
        <p:nvSpPr>
          <p:cNvPr id="2" name="text-1">
            <a:extLst xmlns:a="http://schemas.openxmlformats.org/drawingml/2006/main">
              <a:ext uri="{FF2B5EF4-FFF2-40B4-BE49-F238E27FC236}">
                <a16:creationId xmlns:a16="http://schemas.microsoft.com/office/drawing/2014/main" id="{FDFFC808-B47B-4608-917E-29BD0627F38D}"/>
              </a:ext>
            </a:extLst>
          </p:cNvPr>
          <p:cNvSpPr>
            <a:spLocks xmlns:a="http://schemas.openxmlformats.org/drawingml/2006/main" noGrp="1"/>
          </p:cNvSpPr>
          <p:nvPr/>
        </p:nvSpPr>
        <p:spPr>
          <a:xfrm xmlns:a="http://schemas.openxmlformats.org/drawingml/2006/main">
            <a:off x="533400" y="1362075"/>
            <a:ext cx="1104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500" b="0">
                <a:solidFill>
                  <a:srgbClr val="526577"/>
                </a:solidFill>
                <a:latin typeface="DejaVu Sans"/>
                <a:ea typeface="DejaVu Sans"/>
                <a:cs typeface="DejaVu Sans"/>
              </a:defRPr>
            </a:defPPr>
            <a:lvl1pPr>
              <a:defRPr sz="1500" b="0">
                <a:solidFill>
                  <a:srgbClr val="526577"/>
                </a:solidFill>
                <a:latin typeface="DejaVu Sans"/>
                <a:ea typeface="DejaVu Sans"/>
                <a:cs typeface="DejaVu Sans"/>
              </a:defRPr>
            </a:lvl1pPr>
            <a:lvl2pPr>
              <a:defRPr sz="1500" b="0">
                <a:solidFill>
                  <a:srgbClr val="526577"/>
                </a:solidFill>
                <a:latin typeface="DejaVu Sans"/>
                <a:ea typeface="DejaVu Sans"/>
                <a:cs typeface="DejaVu Sans"/>
              </a:defRPr>
            </a:lvl2pPr>
            <a:lvl3pPr>
              <a:defRPr sz="1500" b="0">
                <a:solidFill>
                  <a:srgbClr val="526577"/>
                </a:solidFill>
                <a:latin typeface="DejaVu Sans"/>
                <a:ea typeface="DejaVu Sans"/>
                <a:cs typeface="DejaVu Sans"/>
              </a:defRPr>
            </a:lvl3pPr>
            <a:lvl4pPr>
              <a:defRPr sz="1500" b="0">
                <a:solidFill>
                  <a:srgbClr val="526577"/>
                </a:solidFill>
                <a:latin typeface="DejaVu Sans"/>
                <a:ea typeface="DejaVu Sans"/>
                <a:cs typeface="DejaVu Sans"/>
              </a:defRPr>
            </a:lvl4pPr>
            <a:lvl5pPr>
              <a:defRPr sz="1500" b="0">
                <a:solidFill>
                  <a:srgbClr val="526577"/>
                </a:solidFill>
                <a:latin typeface="DejaVu Sans"/>
                <a:ea typeface="DejaVu Sans"/>
                <a:cs typeface="DejaVu Sans"/>
              </a:defRPr>
            </a:lvl5pPr>
            <a:lvl6pPr>
              <a:defRPr sz="1500" b="0">
                <a:solidFill>
                  <a:srgbClr val="526577"/>
                </a:solidFill>
                <a:latin typeface="DejaVu Sans"/>
                <a:ea typeface="DejaVu Sans"/>
                <a:cs typeface="DejaVu Sans"/>
              </a:defRPr>
            </a:lvl6pPr>
            <a:lvl7pPr>
              <a:defRPr sz="1500" b="0">
                <a:solidFill>
                  <a:srgbClr val="526577"/>
                </a:solidFill>
                <a:latin typeface="DejaVu Sans"/>
                <a:ea typeface="DejaVu Sans"/>
                <a:cs typeface="DejaVu Sans"/>
              </a:defRPr>
            </a:lvl7pPr>
            <a:lvl8pPr>
              <a:defRPr sz="1500" b="0">
                <a:solidFill>
                  <a:srgbClr val="526577"/>
                </a:solidFill>
                <a:latin typeface="DejaVu Sans"/>
                <a:ea typeface="DejaVu Sans"/>
                <a:cs typeface="DejaVu Sans"/>
              </a:defRPr>
            </a:lvl8pPr>
            <a:lvl9pPr>
              <a:defRPr sz="1500" b="0">
                <a:solidFill>
                  <a:srgbClr val="526577"/>
                </a:solidFill>
                <a:latin typeface="DejaVu Sans"/>
                <a:ea typeface="DejaVu Sans"/>
                <a:cs typeface="DejaVu Sans"/>
              </a:defRPr>
            </a:lvl9pPr>
          </a:lstStyle>
          <a:p xmlns:a="http://schemas.openxmlformats.org/drawingml/2006/main">
            <a:pPr>
              <a:defRPr sz="1500" b="0">
                <a:solidFill>
                  <a:srgbClr val="526577"/>
                </a:solidFill>
                <a:latin typeface="DejaVu Sans"/>
                <a:ea typeface="DejaVu Sans"/>
                <a:cs typeface="DejaVu Sans"/>
              </a:defRPr>
            </a:pPr>
            <a:r>
              <a:rPr sz="1500" b="0">
                <a:solidFill>
                  <a:srgbClr val="526577"/>
                </a:solidFill>
                <a:latin typeface="DejaVu Sans"/>
                <a:ea typeface="DejaVu Sans"/>
                <a:cs typeface="DejaVu Sans"/>
              </a:rPr>
              <a:t>On-time submissions as a percentage of all eligible assessment opportunities</a:t>
            </a:r>
          </a:p>
        </p:txBody>
      </p:sp>
      <p:sp>
        <p:nvSpPr>
          <p:cNvPr id="3" name="text-2">
            <a:extLst xmlns:a="http://schemas.openxmlformats.org/drawingml/2006/main">
              <a:ext uri="{FF2B5EF4-FFF2-40B4-BE49-F238E27FC236}">
                <a16:creationId xmlns:a16="http://schemas.microsoft.com/office/drawing/2014/main" id="{0BFC36CD-EEF6-40A3-94E2-FBD4CE2A28BB}"/>
              </a:ext>
            </a:extLst>
          </p:cNvPr>
          <p:cNvSpPr>
            <a:spLocks xmlns:a="http://schemas.openxmlformats.org/drawingml/2006/main" noGrp="1"/>
          </p:cNvSpPr>
          <p:nvPr/>
        </p:nvSpPr>
        <p:spPr>
          <a:xfrm xmlns:a="http://schemas.openxmlformats.org/drawingml/2006/main">
            <a:off x="11334750" y="6477000"/>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050" b="0">
                <a:solidFill>
                  <a:srgbClr val="526577"/>
                </a:solidFill>
                <a:latin typeface="DejaVu Sans"/>
                <a:ea typeface="DejaVu Sans"/>
                <a:cs typeface="DejaVu Sans"/>
              </a:defRPr>
            </a:defPPr>
            <a:lvl1pPr>
              <a:defRPr sz="1050" b="0">
                <a:solidFill>
                  <a:srgbClr val="526577"/>
                </a:solidFill>
                <a:latin typeface="DejaVu Sans"/>
                <a:ea typeface="DejaVu Sans"/>
                <a:cs typeface="DejaVu Sans"/>
              </a:defRPr>
            </a:lvl1pPr>
            <a:lvl2pPr>
              <a:defRPr sz="1050" b="0">
                <a:solidFill>
                  <a:srgbClr val="526577"/>
                </a:solidFill>
                <a:latin typeface="DejaVu Sans"/>
                <a:ea typeface="DejaVu Sans"/>
                <a:cs typeface="DejaVu Sans"/>
              </a:defRPr>
            </a:lvl2pPr>
            <a:lvl3pPr>
              <a:defRPr sz="1050" b="0">
                <a:solidFill>
                  <a:srgbClr val="526577"/>
                </a:solidFill>
                <a:latin typeface="DejaVu Sans"/>
                <a:ea typeface="DejaVu Sans"/>
                <a:cs typeface="DejaVu Sans"/>
              </a:defRPr>
            </a:lvl3pPr>
            <a:lvl4pPr>
              <a:defRPr sz="1050" b="0">
                <a:solidFill>
                  <a:srgbClr val="526577"/>
                </a:solidFill>
                <a:latin typeface="DejaVu Sans"/>
                <a:ea typeface="DejaVu Sans"/>
                <a:cs typeface="DejaVu Sans"/>
              </a:defRPr>
            </a:lvl4pPr>
            <a:lvl5pPr>
              <a:defRPr sz="1050" b="0">
                <a:solidFill>
                  <a:srgbClr val="526577"/>
                </a:solidFill>
                <a:latin typeface="DejaVu Sans"/>
                <a:ea typeface="DejaVu Sans"/>
                <a:cs typeface="DejaVu Sans"/>
              </a:defRPr>
            </a:lvl5pPr>
            <a:lvl6pPr>
              <a:defRPr sz="1050" b="0">
                <a:solidFill>
                  <a:srgbClr val="526577"/>
                </a:solidFill>
                <a:latin typeface="DejaVu Sans"/>
                <a:ea typeface="DejaVu Sans"/>
                <a:cs typeface="DejaVu Sans"/>
              </a:defRPr>
            </a:lvl6pPr>
            <a:lvl7pPr>
              <a:defRPr sz="1050" b="0">
                <a:solidFill>
                  <a:srgbClr val="526577"/>
                </a:solidFill>
                <a:latin typeface="DejaVu Sans"/>
                <a:ea typeface="DejaVu Sans"/>
                <a:cs typeface="DejaVu Sans"/>
              </a:defRPr>
            </a:lvl7pPr>
            <a:lvl8pPr>
              <a:defRPr sz="1050" b="0">
                <a:solidFill>
                  <a:srgbClr val="526577"/>
                </a:solidFill>
                <a:latin typeface="DejaVu Sans"/>
                <a:ea typeface="DejaVu Sans"/>
                <a:cs typeface="DejaVu Sans"/>
              </a:defRPr>
            </a:lvl8pPr>
            <a:lvl9pPr>
              <a:defRPr sz="1050" b="0">
                <a:solidFill>
                  <a:srgbClr val="526577"/>
                </a:solidFill>
                <a:latin typeface="DejaVu Sans"/>
                <a:ea typeface="DejaVu Sans"/>
                <a:cs typeface="DejaVu Sans"/>
              </a:defRPr>
            </a:lvl9pPr>
          </a:lstStyle>
          <a:p xmlns:a="http://schemas.openxmlformats.org/drawingml/2006/main">
            <a:pPr>
              <a:defRPr sz="1050" b="0">
                <a:solidFill>
                  <a:srgbClr val="526577"/>
                </a:solidFill>
                <a:latin typeface="DejaVu Sans"/>
                <a:ea typeface="DejaVu Sans"/>
                <a:cs typeface="DejaVu Sans"/>
              </a:defRPr>
            </a:pPr>
            <a:r>
              <a:rPr sz="1050" b="0">
                <a:solidFill>
                  <a:srgbClr val="526577"/>
                </a:solidFill>
                <a:latin typeface="DejaVu Sans"/>
                <a:ea typeface="DejaVu Sans"/>
                <a:cs typeface="DejaVu Sans"/>
              </a:rPr>
              <a:t>11</a:t>
            </a:r>
          </a:p>
        </p:txBody>
      </p:sp>
      <p:graphicFrame>
        <p:nvGraphicFramePr>
          <p:cNvPr id="4" name="Chart">
            <a:extLst xmlns:a="http://schemas.openxmlformats.org/drawingml/2006/main">
              <a:ext uri="{FF2B5EF4-FFF2-40B4-BE49-F238E27FC236}">
                <a16:creationId xmlns:a16="http://schemas.microsoft.com/office/drawing/2014/main" id="{842FBBAA-67CC-4B48-BC7E-45322F12DD54}"/>
              </a:ext>
            </a:extLst>
          </p:cNvPr>
          <p:cNvGraphicFramePr/>
          <p:nvPr/>
        </p:nvGraphicFramePr>
        <p:xfrm>
          <a:off xmlns:a="http://schemas.openxmlformats.org/drawingml/2006/main" x="514350" y="1809750"/>
          <a:ext xmlns:a="http://schemas.openxmlformats.org/drawingml/2006/main" cx="11144250" cy="3381375"/>
        </p:xfrm>
        <a:graphic xmlns:a="http://schemas.openxmlformats.org/drawingml/2006/main">
          <a:graphicData uri="http://schemas.openxmlformats.org/drawingml/2006/chart">
            <c:chart xmlns:r="http://schemas.openxmlformats.org/officeDocument/2006/relationships" xmlns:c="http://schemas.openxmlformats.org/drawingml/2006/chart" r:id="R4a5d7421f5684ed5"/>
          </a:graphicData>
        </a:graphic>
      </p:graphicFrame>
      <p:sp>
        <p:nvSpPr>
          <p:cNvPr id="5" name="text-3">
            <a:extLst xmlns:a="http://schemas.openxmlformats.org/drawingml/2006/main">
              <a:ext uri="{FF2B5EF4-FFF2-40B4-BE49-F238E27FC236}">
                <a16:creationId xmlns:a16="http://schemas.microsoft.com/office/drawing/2014/main" id="{F2C77ECB-1353-4F63-9453-7A0A540F0462}"/>
              </a:ext>
            </a:extLst>
          </p:cNvPr>
          <p:cNvSpPr>
            <a:spLocks xmlns:a="http://schemas.openxmlformats.org/drawingml/2006/main" noGrp="1"/>
          </p:cNvSpPr>
          <p:nvPr/>
        </p:nvSpPr>
        <p:spPr>
          <a:xfrm xmlns:a="http://schemas.openxmlformats.org/drawingml/2006/main">
            <a:off x="533400" y="5495925"/>
            <a:ext cx="1095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00" b="1">
                <a:solidFill>
                  <a:srgbClr val="177E82"/>
                </a:solidFill>
                <a:latin typeface="DejaVu Sans"/>
                <a:ea typeface="DejaVu Sans"/>
                <a:cs typeface="DejaVu Sans"/>
              </a:defRPr>
            </a:defPPr>
            <a:lvl1pPr>
              <a:defRPr sz="1200" b="1">
                <a:solidFill>
                  <a:srgbClr val="177E82"/>
                </a:solidFill>
                <a:latin typeface="DejaVu Sans"/>
                <a:ea typeface="DejaVu Sans"/>
                <a:cs typeface="DejaVu Sans"/>
              </a:defRPr>
            </a:lvl1pPr>
            <a:lvl2pPr>
              <a:defRPr sz="1200" b="1">
                <a:solidFill>
                  <a:srgbClr val="177E82"/>
                </a:solidFill>
                <a:latin typeface="DejaVu Sans"/>
                <a:ea typeface="DejaVu Sans"/>
                <a:cs typeface="DejaVu Sans"/>
              </a:defRPr>
            </a:lvl2pPr>
            <a:lvl3pPr>
              <a:defRPr sz="1200" b="1">
                <a:solidFill>
                  <a:srgbClr val="177E82"/>
                </a:solidFill>
                <a:latin typeface="DejaVu Sans"/>
                <a:ea typeface="DejaVu Sans"/>
                <a:cs typeface="DejaVu Sans"/>
              </a:defRPr>
            </a:lvl3pPr>
            <a:lvl4pPr>
              <a:defRPr sz="1200" b="1">
                <a:solidFill>
                  <a:srgbClr val="177E82"/>
                </a:solidFill>
                <a:latin typeface="DejaVu Sans"/>
                <a:ea typeface="DejaVu Sans"/>
                <a:cs typeface="DejaVu Sans"/>
              </a:defRPr>
            </a:lvl4pPr>
            <a:lvl5pPr>
              <a:defRPr sz="1200" b="1">
                <a:solidFill>
                  <a:srgbClr val="177E82"/>
                </a:solidFill>
                <a:latin typeface="DejaVu Sans"/>
                <a:ea typeface="DejaVu Sans"/>
                <a:cs typeface="DejaVu Sans"/>
              </a:defRPr>
            </a:lvl5pPr>
            <a:lvl6pPr>
              <a:defRPr sz="1200" b="1">
                <a:solidFill>
                  <a:srgbClr val="177E82"/>
                </a:solidFill>
                <a:latin typeface="DejaVu Sans"/>
                <a:ea typeface="DejaVu Sans"/>
                <a:cs typeface="DejaVu Sans"/>
              </a:defRPr>
            </a:lvl6pPr>
            <a:lvl7pPr>
              <a:defRPr sz="1200" b="1">
                <a:solidFill>
                  <a:srgbClr val="177E82"/>
                </a:solidFill>
                <a:latin typeface="DejaVu Sans"/>
                <a:ea typeface="DejaVu Sans"/>
                <a:cs typeface="DejaVu Sans"/>
              </a:defRPr>
            </a:lvl7pPr>
            <a:lvl8pPr>
              <a:defRPr sz="1200" b="1">
                <a:solidFill>
                  <a:srgbClr val="177E82"/>
                </a:solidFill>
                <a:latin typeface="DejaVu Sans"/>
                <a:ea typeface="DejaVu Sans"/>
                <a:cs typeface="DejaVu Sans"/>
              </a:defRPr>
            </a:lvl8pPr>
            <a:lvl9pPr>
              <a:defRPr sz="1200" b="1">
                <a:solidFill>
                  <a:srgbClr val="177E82"/>
                </a:solidFill>
                <a:latin typeface="DejaVu Sans"/>
                <a:ea typeface="DejaVu Sans"/>
                <a:cs typeface="DejaVu Sans"/>
              </a:defRPr>
            </a:lvl9pPr>
          </a:lstStyle>
          <a:p xmlns:a="http://schemas.openxmlformats.org/drawingml/2006/main">
            <a:pPr>
              <a:defRPr sz="1200" b="1">
                <a:solidFill>
                  <a:srgbClr val="177E82"/>
                </a:solidFill>
                <a:latin typeface="DejaVu Sans"/>
                <a:ea typeface="DejaVu Sans"/>
                <a:cs typeface="DejaVu Sans"/>
              </a:defRPr>
            </a:pPr>
            <a:r>
              <a:rPr sz="1200" b="1">
                <a:solidFill>
                  <a:srgbClr val="177E82"/>
                </a:solidFill>
                <a:latin typeface="DejaVu Sans"/>
                <a:ea typeface="DejaVu Sans"/>
                <a:cs typeface="DejaVu Sans"/>
              </a:rPr>
              <a:t>PROPOSED SUPPORT</a:t>
            </a:r>
          </a:p>
        </p:txBody>
      </p:sp>
      <p:sp>
        <p:nvSpPr>
          <p:cNvPr id="6" name="text-4">
            <a:extLst xmlns:a="http://schemas.openxmlformats.org/drawingml/2006/main">
              <a:ext uri="{FF2B5EF4-FFF2-40B4-BE49-F238E27FC236}">
                <a16:creationId xmlns:a16="http://schemas.microsoft.com/office/drawing/2014/main" id="{2B930FFB-0C7D-4C09-AEB9-A0C9E2AAAA6D}"/>
              </a:ext>
            </a:extLst>
          </p:cNvPr>
          <p:cNvSpPr>
            <a:spLocks xmlns:a="http://schemas.openxmlformats.org/drawingml/2006/main" noGrp="1"/>
          </p:cNvSpPr>
          <p:nvPr/>
        </p:nvSpPr>
        <p:spPr>
          <a:xfrm xmlns:a="http://schemas.openxmlformats.org/drawingml/2006/main">
            <a:off x="533400" y="5810250"/>
            <a:ext cx="109537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725" b="0">
                <a:solidFill>
                  <a:srgbClr val="132D40"/>
                </a:solidFill>
                <a:latin typeface="DejaVu Sans"/>
                <a:ea typeface="DejaVu Sans"/>
                <a:cs typeface="DejaVu Sans"/>
              </a:defRPr>
            </a:defPPr>
            <a:lvl1pPr>
              <a:defRPr sz="1725" b="0">
                <a:solidFill>
                  <a:srgbClr val="132D40"/>
                </a:solidFill>
                <a:latin typeface="DejaVu Sans"/>
                <a:ea typeface="DejaVu Sans"/>
                <a:cs typeface="DejaVu Sans"/>
              </a:defRPr>
            </a:lvl1pPr>
            <a:lvl2pPr>
              <a:defRPr sz="1725" b="0">
                <a:solidFill>
                  <a:srgbClr val="132D40"/>
                </a:solidFill>
                <a:latin typeface="DejaVu Sans"/>
                <a:ea typeface="DejaVu Sans"/>
                <a:cs typeface="DejaVu Sans"/>
              </a:defRPr>
            </a:lvl2pPr>
            <a:lvl3pPr>
              <a:defRPr sz="1725" b="0">
                <a:solidFill>
                  <a:srgbClr val="132D40"/>
                </a:solidFill>
                <a:latin typeface="DejaVu Sans"/>
                <a:ea typeface="DejaVu Sans"/>
                <a:cs typeface="DejaVu Sans"/>
              </a:defRPr>
            </a:lvl3pPr>
            <a:lvl4pPr>
              <a:defRPr sz="1725" b="0">
                <a:solidFill>
                  <a:srgbClr val="132D40"/>
                </a:solidFill>
                <a:latin typeface="DejaVu Sans"/>
                <a:ea typeface="DejaVu Sans"/>
                <a:cs typeface="DejaVu Sans"/>
              </a:defRPr>
            </a:lvl4pPr>
            <a:lvl5pPr>
              <a:defRPr sz="1725" b="0">
                <a:solidFill>
                  <a:srgbClr val="132D40"/>
                </a:solidFill>
                <a:latin typeface="DejaVu Sans"/>
                <a:ea typeface="DejaVu Sans"/>
                <a:cs typeface="DejaVu Sans"/>
              </a:defRPr>
            </a:lvl5pPr>
            <a:lvl6pPr>
              <a:defRPr sz="1725" b="0">
                <a:solidFill>
                  <a:srgbClr val="132D40"/>
                </a:solidFill>
                <a:latin typeface="DejaVu Sans"/>
                <a:ea typeface="DejaVu Sans"/>
                <a:cs typeface="DejaVu Sans"/>
              </a:defRPr>
            </a:lvl6pPr>
            <a:lvl7pPr>
              <a:defRPr sz="1725" b="0">
                <a:solidFill>
                  <a:srgbClr val="132D40"/>
                </a:solidFill>
                <a:latin typeface="DejaVu Sans"/>
                <a:ea typeface="DejaVu Sans"/>
                <a:cs typeface="DejaVu Sans"/>
              </a:defRPr>
            </a:lvl7pPr>
            <a:lvl8pPr>
              <a:defRPr sz="1725" b="0">
                <a:solidFill>
                  <a:srgbClr val="132D40"/>
                </a:solidFill>
                <a:latin typeface="DejaVu Sans"/>
                <a:ea typeface="DejaVu Sans"/>
                <a:cs typeface="DejaVu Sans"/>
              </a:defRPr>
            </a:lvl8pPr>
            <a:lvl9pPr>
              <a:defRPr sz="1725" b="0">
                <a:solidFill>
                  <a:srgbClr val="132D40"/>
                </a:solidFill>
                <a:latin typeface="DejaVu Sans"/>
                <a:ea typeface="DejaVu Sans"/>
                <a:cs typeface="DejaVu Sans"/>
              </a:defRPr>
            </a:lvl9pPr>
          </a:lstStyle>
          <a:p xmlns:a="http://schemas.openxmlformats.org/drawingml/2006/main">
            <a:pPr>
              <a:defRPr sz="1725" b="0">
                <a:solidFill>
                  <a:srgbClr val="132D40"/>
                </a:solidFill>
                <a:latin typeface="DejaVu Sans"/>
                <a:ea typeface="DejaVu Sans"/>
                <a:cs typeface="DejaVu Sans"/>
              </a:defRPr>
            </a:pPr>
            <a:r>
              <a:rPr sz="1725" b="0">
                <a:solidFill>
                  <a:srgbClr val="132D40"/>
                </a:solidFill>
                <a:latin typeface="DejaVu Sans"/>
                <a:ea typeface="DejaVu Sans"/>
                <a:cs typeface="DejaVu Sans"/>
              </a:rPr>
              <a:t>Review completion gaps in GGG, EEE and FFF. Investigate deadline difficulties in CCC.</a:t>
            </a:r>
          </a:p>
        </p:txBody>
      </p:sp>
    </p:spTree>
    <p:extLst>
      <p:ext uri="{BB962C8B-B14F-4D97-AF65-F5344CB8AC3E}">
        <p14:creationId xmlns:p14="http://schemas.microsoft.com/office/powerpoint/2010/main" val="97062031"/>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79E3D6DF-6E8C-4D95-9CED-44940FF1DBC1}"/>
              </a:ext>
            </a:extLst>
          </p:cNvPr>
          <p:cNvSpPr>
            <a:spLocks xmlns:a="http://schemas.openxmlformats.org/drawingml/2006/main" noGrp="1"/>
          </p:cNvSpPr>
          <p:nvPr/>
        </p:nvSpPr>
        <p:spPr>
          <a:xfrm xmlns:a="http://schemas.openxmlformats.org/drawingml/2006/main">
            <a:off x="514350" y="323850"/>
            <a:ext cx="111633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000" b="1">
                <a:solidFill>
                  <a:srgbClr val="132D40"/>
                </a:solidFill>
                <a:latin typeface="DejaVu Sans"/>
                <a:ea typeface="DejaVu Sans"/>
                <a:cs typeface="DejaVu Sans"/>
              </a:defRPr>
            </a:defPPr>
            <a:lvl1pPr>
              <a:defRPr sz="3000" b="1">
                <a:solidFill>
                  <a:srgbClr val="132D40"/>
                </a:solidFill>
                <a:latin typeface="DejaVu Sans"/>
                <a:ea typeface="DejaVu Sans"/>
                <a:cs typeface="DejaVu Sans"/>
              </a:defRPr>
            </a:lvl1pPr>
            <a:lvl2pPr>
              <a:defRPr sz="3000" b="1">
                <a:solidFill>
                  <a:srgbClr val="132D40"/>
                </a:solidFill>
                <a:latin typeface="DejaVu Sans"/>
                <a:ea typeface="DejaVu Sans"/>
                <a:cs typeface="DejaVu Sans"/>
              </a:defRPr>
            </a:lvl2pPr>
            <a:lvl3pPr>
              <a:defRPr sz="3000" b="1">
                <a:solidFill>
                  <a:srgbClr val="132D40"/>
                </a:solidFill>
                <a:latin typeface="DejaVu Sans"/>
                <a:ea typeface="DejaVu Sans"/>
                <a:cs typeface="DejaVu Sans"/>
              </a:defRPr>
            </a:lvl3pPr>
            <a:lvl4pPr>
              <a:defRPr sz="3000" b="1">
                <a:solidFill>
                  <a:srgbClr val="132D40"/>
                </a:solidFill>
                <a:latin typeface="DejaVu Sans"/>
                <a:ea typeface="DejaVu Sans"/>
                <a:cs typeface="DejaVu Sans"/>
              </a:defRPr>
            </a:lvl4pPr>
            <a:lvl5pPr>
              <a:defRPr sz="3000" b="1">
                <a:solidFill>
                  <a:srgbClr val="132D40"/>
                </a:solidFill>
                <a:latin typeface="DejaVu Sans"/>
                <a:ea typeface="DejaVu Sans"/>
                <a:cs typeface="DejaVu Sans"/>
              </a:defRPr>
            </a:lvl5pPr>
            <a:lvl6pPr>
              <a:defRPr sz="3000" b="1">
                <a:solidFill>
                  <a:srgbClr val="132D40"/>
                </a:solidFill>
                <a:latin typeface="DejaVu Sans"/>
                <a:ea typeface="DejaVu Sans"/>
                <a:cs typeface="DejaVu Sans"/>
              </a:defRPr>
            </a:lvl6pPr>
            <a:lvl7pPr>
              <a:defRPr sz="3000" b="1">
                <a:solidFill>
                  <a:srgbClr val="132D40"/>
                </a:solidFill>
                <a:latin typeface="DejaVu Sans"/>
                <a:ea typeface="DejaVu Sans"/>
                <a:cs typeface="DejaVu Sans"/>
              </a:defRPr>
            </a:lvl7pPr>
            <a:lvl8pPr>
              <a:defRPr sz="3000" b="1">
                <a:solidFill>
                  <a:srgbClr val="132D40"/>
                </a:solidFill>
                <a:latin typeface="DejaVu Sans"/>
                <a:ea typeface="DejaVu Sans"/>
                <a:cs typeface="DejaVu Sans"/>
              </a:defRPr>
            </a:lvl8pPr>
            <a:lvl9pPr>
              <a:defRPr sz="3000" b="1">
                <a:solidFill>
                  <a:srgbClr val="132D40"/>
                </a:solidFill>
                <a:latin typeface="DejaVu Sans"/>
                <a:ea typeface="DejaVu Sans"/>
                <a:cs typeface="DejaVu Sans"/>
              </a:defRPr>
            </a:lvl9pPr>
          </a:lstStyle>
          <a:p xmlns:a="http://schemas.openxmlformats.org/drawingml/2006/main">
            <a:pPr>
              <a:defRPr sz="3000" b="1">
                <a:solidFill>
                  <a:srgbClr val="132D40"/>
                </a:solidFill>
                <a:latin typeface="DejaVu Sans"/>
                <a:ea typeface="DejaVu Sans"/>
                <a:cs typeface="DejaVu Sans"/>
              </a:defRPr>
            </a:pPr>
            <a:r>
              <a:rPr sz="3000" b="1">
                <a:solidFill>
                  <a:srgbClr val="132D40"/>
                </a:solidFill>
                <a:latin typeface="DejaVu Sans"/>
                <a:ea typeface="DejaVu Sans"/>
                <a:cs typeface="DejaVu Sans"/>
              </a:rPr>
              <a:t>Early activity differs by final outcome</a:t>
            </a:r>
          </a:p>
        </p:txBody>
      </p:sp>
      <p:sp>
        <p:nvSpPr>
          <p:cNvPr id="2" name="text-1">
            <a:extLst xmlns:a="http://schemas.openxmlformats.org/drawingml/2006/main">
              <a:ext uri="{FF2B5EF4-FFF2-40B4-BE49-F238E27FC236}">
                <a16:creationId xmlns:a16="http://schemas.microsoft.com/office/drawing/2014/main" id="{97C8A614-03B1-4222-BDAA-99208DC45E5A}"/>
              </a:ext>
            </a:extLst>
          </p:cNvPr>
          <p:cNvSpPr>
            <a:spLocks xmlns:a="http://schemas.openxmlformats.org/drawingml/2006/main" noGrp="1"/>
          </p:cNvSpPr>
          <p:nvPr/>
        </p:nvSpPr>
        <p:spPr>
          <a:xfrm xmlns:a="http://schemas.openxmlformats.org/drawingml/2006/main">
            <a:off x="533400" y="1362075"/>
            <a:ext cx="1104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500" b="0">
                <a:solidFill>
                  <a:srgbClr val="526577"/>
                </a:solidFill>
                <a:latin typeface="DejaVu Sans"/>
                <a:ea typeface="DejaVu Sans"/>
                <a:cs typeface="DejaVu Sans"/>
              </a:defRPr>
            </a:defPPr>
            <a:lvl1pPr>
              <a:defRPr sz="1500" b="0">
                <a:solidFill>
                  <a:srgbClr val="526577"/>
                </a:solidFill>
                <a:latin typeface="DejaVu Sans"/>
                <a:ea typeface="DejaVu Sans"/>
                <a:cs typeface="DejaVu Sans"/>
              </a:defRPr>
            </a:lvl1pPr>
            <a:lvl2pPr>
              <a:defRPr sz="1500" b="0">
                <a:solidFill>
                  <a:srgbClr val="526577"/>
                </a:solidFill>
                <a:latin typeface="DejaVu Sans"/>
                <a:ea typeface="DejaVu Sans"/>
                <a:cs typeface="DejaVu Sans"/>
              </a:defRPr>
            </a:lvl2pPr>
            <a:lvl3pPr>
              <a:defRPr sz="1500" b="0">
                <a:solidFill>
                  <a:srgbClr val="526577"/>
                </a:solidFill>
                <a:latin typeface="DejaVu Sans"/>
                <a:ea typeface="DejaVu Sans"/>
                <a:cs typeface="DejaVu Sans"/>
              </a:defRPr>
            </a:lvl3pPr>
            <a:lvl4pPr>
              <a:defRPr sz="1500" b="0">
                <a:solidFill>
                  <a:srgbClr val="526577"/>
                </a:solidFill>
                <a:latin typeface="DejaVu Sans"/>
                <a:ea typeface="DejaVu Sans"/>
                <a:cs typeface="DejaVu Sans"/>
              </a:defRPr>
            </a:lvl4pPr>
            <a:lvl5pPr>
              <a:defRPr sz="1500" b="0">
                <a:solidFill>
                  <a:srgbClr val="526577"/>
                </a:solidFill>
                <a:latin typeface="DejaVu Sans"/>
                <a:ea typeface="DejaVu Sans"/>
                <a:cs typeface="DejaVu Sans"/>
              </a:defRPr>
            </a:lvl5pPr>
            <a:lvl6pPr>
              <a:defRPr sz="1500" b="0">
                <a:solidFill>
                  <a:srgbClr val="526577"/>
                </a:solidFill>
                <a:latin typeface="DejaVu Sans"/>
                <a:ea typeface="DejaVu Sans"/>
                <a:cs typeface="DejaVu Sans"/>
              </a:defRPr>
            </a:lvl6pPr>
            <a:lvl7pPr>
              <a:defRPr sz="1500" b="0">
                <a:solidFill>
                  <a:srgbClr val="526577"/>
                </a:solidFill>
                <a:latin typeface="DejaVu Sans"/>
                <a:ea typeface="DejaVu Sans"/>
                <a:cs typeface="DejaVu Sans"/>
              </a:defRPr>
            </a:lvl7pPr>
            <a:lvl8pPr>
              <a:defRPr sz="1500" b="0">
                <a:solidFill>
                  <a:srgbClr val="526577"/>
                </a:solidFill>
                <a:latin typeface="DejaVu Sans"/>
                <a:ea typeface="DejaVu Sans"/>
                <a:cs typeface="DejaVu Sans"/>
              </a:defRPr>
            </a:lvl8pPr>
            <a:lvl9pPr>
              <a:defRPr sz="1500" b="0">
                <a:solidFill>
                  <a:srgbClr val="526577"/>
                </a:solidFill>
                <a:latin typeface="DejaVu Sans"/>
                <a:ea typeface="DejaVu Sans"/>
                <a:cs typeface="DejaVu Sans"/>
              </a:defRPr>
            </a:lvl9pPr>
          </a:lstStyle>
          <a:p xmlns:a="http://schemas.openxmlformats.org/drawingml/2006/main">
            <a:pPr>
              <a:defRPr sz="1500" b="0">
                <a:solidFill>
                  <a:srgbClr val="526577"/>
                </a:solidFill>
                <a:latin typeface="DejaVu Sans"/>
                <a:ea typeface="DejaVu Sans"/>
                <a:cs typeface="DejaVu Sans"/>
              </a:defRPr>
            </a:pPr>
            <a:r>
              <a:rPr sz="1500" b="0">
                <a:solidFill>
                  <a:srgbClr val="526577"/>
                </a:solidFill>
                <a:latin typeface="DejaVu Sans"/>
                <a:ea typeface="DejaVu Sans"/>
                <a:cs typeface="DejaVu Sans"/>
              </a:rPr>
              <a:t>Median active days during days 0–27, among full-window eligible enrollments with records</a:t>
            </a:r>
          </a:p>
        </p:txBody>
      </p:sp>
      <p:sp>
        <p:nvSpPr>
          <p:cNvPr id="3" name="text-2">
            <a:extLst xmlns:a="http://schemas.openxmlformats.org/drawingml/2006/main">
              <a:ext uri="{FF2B5EF4-FFF2-40B4-BE49-F238E27FC236}">
                <a16:creationId xmlns:a16="http://schemas.microsoft.com/office/drawing/2014/main" id="{50B6BCA0-E5C8-4714-83A4-30F403FDF6D7}"/>
              </a:ext>
            </a:extLst>
          </p:cNvPr>
          <p:cNvSpPr>
            <a:spLocks xmlns:a="http://schemas.openxmlformats.org/drawingml/2006/main" noGrp="1"/>
          </p:cNvSpPr>
          <p:nvPr/>
        </p:nvSpPr>
        <p:spPr>
          <a:xfrm xmlns:a="http://schemas.openxmlformats.org/drawingml/2006/main">
            <a:off x="11334750" y="6477000"/>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050" b="0">
                <a:solidFill>
                  <a:srgbClr val="526577"/>
                </a:solidFill>
                <a:latin typeface="DejaVu Sans"/>
                <a:ea typeface="DejaVu Sans"/>
                <a:cs typeface="DejaVu Sans"/>
              </a:defRPr>
            </a:defPPr>
            <a:lvl1pPr>
              <a:defRPr sz="1050" b="0">
                <a:solidFill>
                  <a:srgbClr val="526577"/>
                </a:solidFill>
                <a:latin typeface="DejaVu Sans"/>
                <a:ea typeface="DejaVu Sans"/>
                <a:cs typeface="DejaVu Sans"/>
              </a:defRPr>
            </a:lvl1pPr>
            <a:lvl2pPr>
              <a:defRPr sz="1050" b="0">
                <a:solidFill>
                  <a:srgbClr val="526577"/>
                </a:solidFill>
                <a:latin typeface="DejaVu Sans"/>
                <a:ea typeface="DejaVu Sans"/>
                <a:cs typeface="DejaVu Sans"/>
              </a:defRPr>
            </a:lvl2pPr>
            <a:lvl3pPr>
              <a:defRPr sz="1050" b="0">
                <a:solidFill>
                  <a:srgbClr val="526577"/>
                </a:solidFill>
                <a:latin typeface="DejaVu Sans"/>
                <a:ea typeface="DejaVu Sans"/>
                <a:cs typeface="DejaVu Sans"/>
              </a:defRPr>
            </a:lvl3pPr>
            <a:lvl4pPr>
              <a:defRPr sz="1050" b="0">
                <a:solidFill>
                  <a:srgbClr val="526577"/>
                </a:solidFill>
                <a:latin typeface="DejaVu Sans"/>
                <a:ea typeface="DejaVu Sans"/>
                <a:cs typeface="DejaVu Sans"/>
              </a:defRPr>
            </a:lvl4pPr>
            <a:lvl5pPr>
              <a:defRPr sz="1050" b="0">
                <a:solidFill>
                  <a:srgbClr val="526577"/>
                </a:solidFill>
                <a:latin typeface="DejaVu Sans"/>
                <a:ea typeface="DejaVu Sans"/>
                <a:cs typeface="DejaVu Sans"/>
              </a:defRPr>
            </a:lvl5pPr>
            <a:lvl6pPr>
              <a:defRPr sz="1050" b="0">
                <a:solidFill>
                  <a:srgbClr val="526577"/>
                </a:solidFill>
                <a:latin typeface="DejaVu Sans"/>
                <a:ea typeface="DejaVu Sans"/>
                <a:cs typeface="DejaVu Sans"/>
              </a:defRPr>
            </a:lvl6pPr>
            <a:lvl7pPr>
              <a:defRPr sz="1050" b="0">
                <a:solidFill>
                  <a:srgbClr val="526577"/>
                </a:solidFill>
                <a:latin typeface="DejaVu Sans"/>
                <a:ea typeface="DejaVu Sans"/>
                <a:cs typeface="DejaVu Sans"/>
              </a:defRPr>
            </a:lvl7pPr>
            <a:lvl8pPr>
              <a:defRPr sz="1050" b="0">
                <a:solidFill>
                  <a:srgbClr val="526577"/>
                </a:solidFill>
                <a:latin typeface="DejaVu Sans"/>
                <a:ea typeface="DejaVu Sans"/>
                <a:cs typeface="DejaVu Sans"/>
              </a:defRPr>
            </a:lvl8pPr>
            <a:lvl9pPr>
              <a:defRPr sz="1050" b="0">
                <a:solidFill>
                  <a:srgbClr val="526577"/>
                </a:solidFill>
                <a:latin typeface="DejaVu Sans"/>
                <a:ea typeface="DejaVu Sans"/>
                <a:cs typeface="DejaVu Sans"/>
              </a:defRPr>
            </a:lvl9pPr>
          </a:lstStyle>
          <a:p xmlns:a="http://schemas.openxmlformats.org/drawingml/2006/main">
            <a:pPr>
              <a:defRPr sz="1050" b="0">
                <a:solidFill>
                  <a:srgbClr val="526577"/>
                </a:solidFill>
                <a:latin typeface="DejaVu Sans"/>
                <a:ea typeface="DejaVu Sans"/>
                <a:cs typeface="DejaVu Sans"/>
              </a:defRPr>
            </a:pPr>
            <a:r>
              <a:rPr sz="1050" b="0">
                <a:solidFill>
                  <a:srgbClr val="526577"/>
                </a:solidFill>
                <a:latin typeface="DejaVu Sans"/>
                <a:ea typeface="DejaVu Sans"/>
                <a:cs typeface="DejaVu Sans"/>
              </a:rPr>
              <a:t>12</a:t>
            </a:r>
          </a:p>
        </p:txBody>
      </p:sp>
      <p:graphicFrame>
        <p:nvGraphicFramePr>
          <p:cNvPr id="4" name="Chart">
            <a:extLst xmlns:a="http://schemas.openxmlformats.org/drawingml/2006/main">
              <a:ext uri="{FF2B5EF4-FFF2-40B4-BE49-F238E27FC236}">
                <a16:creationId xmlns:a16="http://schemas.microsoft.com/office/drawing/2014/main" id="{6F7714BE-DDD1-4CAE-8F36-31BF035E7603}"/>
              </a:ext>
            </a:extLst>
          </p:cNvPr>
          <p:cNvGraphicFramePr/>
          <p:nvPr/>
        </p:nvGraphicFramePr>
        <p:xfrm>
          <a:off xmlns:a="http://schemas.openxmlformats.org/drawingml/2006/main" x="514350" y="1809750"/>
          <a:ext xmlns:a="http://schemas.openxmlformats.org/drawingml/2006/main" cx="11144250" cy="3381375"/>
        </p:xfrm>
        <a:graphic xmlns:a="http://schemas.openxmlformats.org/drawingml/2006/main">
          <a:graphicData uri="http://schemas.openxmlformats.org/drawingml/2006/chart">
            <c:chart xmlns:r="http://schemas.openxmlformats.org/officeDocument/2006/relationships" xmlns:c="http://schemas.openxmlformats.org/drawingml/2006/chart" r:id="R10e0dd2d28774311"/>
          </a:graphicData>
        </a:graphic>
      </p:graphicFrame>
      <p:sp>
        <p:nvSpPr>
          <p:cNvPr id="5" name="text-3">
            <a:extLst xmlns:a="http://schemas.openxmlformats.org/drawingml/2006/main">
              <a:ext uri="{FF2B5EF4-FFF2-40B4-BE49-F238E27FC236}">
                <a16:creationId xmlns:a16="http://schemas.microsoft.com/office/drawing/2014/main" id="{D3CC40EC-49B1-4CA4-B589-05A84651225E}"/>
              </a:ext>
            </a:extLst>
          </p:cNvPr>
          <p:cNvSpPr>
            <a:spLocks xmlns:a="http://schemas.openxmlformats.org/drawingml/2006/main" noGrp="1"/>
          </p:cNvSpPr>
          <p:nvPr/>
        </p:nvSpPr>
        <p:spPr>
          <a:xfrm xmlns:a="http://schemas.openxmlformats.org/drawingml/2006/main">
            <a:off x="533400" y="5495925"/>
            <a:ext cx="1095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00" b="1">
                <a:solidFill>
                  <a:srgbClr val="177E82"/>
                </a:solidFill>
                <a:latin typeface="DejaVu Sans"/>
                <a:ea typeface="DejaVu Sans"/>
                <a:cs typeface="DejaVu Sans"/>
              </a:defRPr>
            </a:defPPr>
            <a:lvl1pPr>
              <a:defRPr sz="1200" b="1">
                <a:solidFill>
                  <a:srgbClr val="177E82"/>
                </a:solidFill>
                <a:latin typeface="DejaVu Sans"/>
                <a:ea typeface="DejaVu Sans"/>
                <a:cs typeface="DejaVu Sans"/>
              </a:defRPr>
            </a:lvl1pPr>
            <a:lvl2pPr>
              <a:defRPr sz="1200" b="1">
                <a:solidFill>
                  <a:srgbClr val="177E82"/>
                </a:solidFill>
                <a:latin typeface="DejaVu Sans"/>
                <a:ea typeface="DejaVu Sans"/>
                <a:cs typeface="DejaVu Sans"/>
              </a:defRPr>
            </a:lvl2pPr>
            <a:lvl3pPr>
              <a:defRPr sz="1200" b="1">
                <a:solidFill>
                  <a:srgbClr val="177E82"/>
                </a:solidFill>
                <a:latin typeface="DejaVu Sans"/>
                <a:ea typeface="DejaVu Sans"/>
                <a:cs typeface="DejaVu Sans"/>
              </a:defRPr>
            </a:lvl3pPr>
            <a:lvl4pPr>
              <a:defRPr sz="1200" b="1">
                <a:solidFill>
                  <a:srgbClr val="177E82"/>
                </a:solidFill>
                <a:latin typeface="DejaVu Sans"/>
                <a:ea typeface="DejaVu Sans"/>
                <a:cs typeface="DejaVu Sans"/>
              </a:defRPr>
            </a:lvl4pPr>
            <a:lvl5pPr>
              <a:defRPr sz="1200" b="1">
                <a:solidFill>
                  <a:srgbClr val="177E82"/>
                </a:solidFill>
                <a:latin typeface="DejaVu Sans"/>
                <a:ea typeface="DejaVu Sans"/>
                <a:cs typeface="DejaVu Sans"/>
              </a:defRPr>
            </a:lvl5pPr>
            <a:lvl6pPr>
              <a:defRPr sz="1200" b="1">
                <a:solidFill>
                  <a:srgbClr val="177E82"/>
                </a:solidFill>
                <a:latin typeface="DejaVu Sans"/>
                <a:ea typeface="DejaVu Sans"/>
                <a:cs typeface="DejaVu Sans"/>
              </a:defRPr>
            </a:lvl6pPr>
            <a:lvl7pPr>
              <a:defRPr sz="1200" b="1">
                <a:solidFill>
                  <a:srgbClr val="177E82"/>
                </a:solidFill>
                <a:latin typeface="DejaVu Sans"/>
                <a:ea typeface="DejaVu Sans"/>
                <a:cs typeface="DejaVu Sans"/>
              </a:defRPr>
            </a:lvl7pPr>
            <a:lvl8pPr>
              <a:defRPr sz="1200" b="1">
                <a:solidFill>
                  <a:srgbClr val="177E82"/>
                </a:solidFill>
                <a:latin typeface="DejaVu Sans"/>
                <a:ea typeface="DejaVu Sans"/>
                <a:cs typeface="DejaVu Sans"/>
              </a:defRPr>
            </a:lvl8pPr>
            <a:lvl9pPr>
              <a:defRPr sz="1200" b="1">
                <a:solidFill>
                  <a:srgbClr val="177E82"/>
                </a:solidFill>
                <a:latin typeface="DejaVu Sans"/>
                <a:ea typeface="DejaVu Sans"/>
                <a:cs typeface="DejaVu Sans"/>
              </a:defRPr>
            </a:lvl9pPr>
          </a:lstStyle>
          <a:p xmlns:a="http://schemas.openxmlformats.org/drawingml/2006/main">
            <a:pPr>
              <a:defRPr sz="1200" b="1">
                <a:solidFill>
                  <a:srgbClr val="177E82"/>
                </a:solidFill>
                <a:latin typeface="DejaVu Sans"/>
                <a:ea typeface="DejaVu Sans"/>
                <a:cs typeface="DejaVu Sans"/>
              </a:defRPr>
            </a:pPr>
            <a:r>
              <a:rPr sz="1200" b="1">
                <a:solidFill>
                  <a:srgbClr val="177E82"/>
                </a:solidFill>
                <a:latin typeface="DejaVu Sans"/>
                <a:ea typeface="DejaVu Sans"/>
                <a:cs typeface="DejaVu Sans"/>
              </a:rPr>
              <a:t>PROPOSED SUPPORT</a:t>
            </a:r>
          </a:p>
        </p:txBody>
      </p:sp>
      <p:sp>
        <p:nvSpPr>
          <p:cNvPr id="6" name="text-4">
            <a:extLst xmlns:a="http://schemas.openxmlformats.org/drawingml/2006/main">
              <a:ext uri="{FF2B5EF4-FFF2-40B4-BE49-F238E27FC236}">
                <a16:creationId xmlns:a16="http://schemas.microsoft.com/office/drawing/2014/main" id="{3EE57C35-A070-4699-9872-CB5F8E4AFEB3}"/>
              </a:ext>
            </a:extLst>
          </p:cNvPr>
          <p:cNvSpPr>
            <a:spLocks xmlns:a="http://schemas.openxmlformats.org/drawingml/2006/main" noGrp="1"/>
          </p:cNvSpPr>
          <p:nvPr/>
        </p:nvSpPr>
        <p:spPr>
          <a:xfrm xmlns:a="http://schemas.openxmlformats.org/drawingml/2006/main">
            <a:off x="533400" y="5810250"/>
            <a:ext cx="109537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725" b="0">
                <a:solidFill>
                  <a:srgbClr val="132D40"/>
                </a:solidFill>
                <a:latin typeface="DejaVu Sans"/>
                <a:ea typeface="DejaVu Sans"/>
                <a:cs typeface="DejaVu Sans"/>
              </a:defRPr>
            </a:defPPr>
            <a:lvl1pPr>
              <a:defRPr sz="1725" b="0">
                <a:solidFill>
                  <a:srgbClr val="132D40"/>
                </a:solidFill>
                <a:latin typeface="DejaVu Sans"/>
                <a:ea typeface="DejaVu Sans"/>
                <a:cs typeface="DejaVu Sans"/>
              </a:defRPr>
            </a:lvl1pPr>
            <a:lvl2pPr>
              <a:defRPr sz="1725" b="0">
                <a:solidFill>
                  <a:srgbClr val="132D40"/>
                </a:solidFill>
                <a:latin typeface="DejaVu Sans"/>
                <a:ea typeface="DejaVu Sans"/>
                <a:cs typeface="DejaVu Sans"/>
              </a:defRPr>
            </a:lvl2pPr>
            <a:lvl3pPr>
              <a:defRPr sz="1725" b="0">
                <a:solidFill>
                  <a:srgbClr val="132D40"/>
                </a:solidFill>
                <a:latin typeface="DejaVu Sans"/>
                <a:ea typeface="DejaVu Sans"/>
                <a:cs typeface="DejaVu Sans"/>
              </a:defRPr>
            </a:lvl3pPr>
            <a:lvl4pPr>
              <a:defRPr sz="1725" b="0">
                <a:solidFill>
                  <a:srgbClr val="132D40"/>
                </a:solidFill>
                <a:latin typeface="DejaVu Sans"/>
                <a:ea typeface="DejaVu Sans"/>
                <a:cs typeface="DejaVu Sans"/>
              </a:defRPr>
            </a:lvl4pPr>
            <a:lvl5pPr>
              <a:defRPr sz="1725" b="0">
                <a:solidFill>
                  <a:srgbClr val="132D40"/>
                </a:solidFill>
                <a:latin typeface="DejaVu Sans"/>
                <a:ea typeface="DejaVu Sans"/>
                <a:cs typeface="DejaVu Sans"/>
              </a:defRPr>
            </a:lvl5pPr>
            <a:lvl6pPr>
              <a:defRPr sz="1725" b="0">
                <a:solidFill>
                  <a:srgbClr val="132D40"/>
                </a:solidFill>
                <a:latin typeface="DejaVu Sans"/>
                <a:ea typeface="DejaVu Sans"/>
                <a:cs typeface="DejaVu Sans"/>
              </a:defRPr>
            </a:lvl6pPr>
            <a:lvl7pPr>
              <a:defRPr sz="1725" b="0">
                <a:solidFill>
                  <a:srgbClr val="132D40"/>
                </a:solidFill>
                <a:latin typeface="DejaVu Sans"/>
                <a:ea typeface="DejaVu Sans"/>
                <a:cs typeface="DejaVu Sans"/>
              </a:defRPr>
            </a:lvl7pPr>
            <a:lvl8pPr>
              <a:defRPr sz="1725" b="0">
                <a:solidFill>
                  <a:srgbClr val="132D40"/>
                </a:solidFill>
                <a:latin typeface="DejaVu Sans"/>
                <a:ea typeface="DejaVu Sans"/>
                <a:cs typeface="DejaVu Sans"/>
              </a:defRPr>
            </a:lvl8pPr>
            <a:lvl9pPr>
              <a:defRPr sz="1725" b="0">
                <a:solidFill>
                  <a:srgbClr val="132D40"/>
                </a:solidFill>
                <a:latin typeface="DejaVu Sans"/>
                <a:ea typeface="DejaVu Sans"/>
                <a:cs typeface="DejaVu Sans"/>
              </a:defRPr>
            </a:lvl9pPr>
          </a:lstStyle>
          <a:p xmlns:a="http://schemas.openxmlformats.org/drawingml/2006/main">
            <a:pPr>
              <a:defRPr sz="1725" b="0">
                <a:solidFill>
                  <a:srgbClr val="132D40"/>
                </a:solidFill>
                <a:latin typeface="DejaVu Sans"/>
                <a:ea typeface="DejaVu Sans"/>
                <a:cs typeface="DejaVu Sans"/>
              </a:defRPr>
            </a:pPr>
            <a:r>
              <a:rPr sz="1725" b="0">
                <a:solidFill>
                  <a:srgbClr val="132D40"/>
                </a:solidFill>
                <a:latin typeface="DejaVu Sans"/>
                <a:ea typeface="DejaVu Sans"/>
                <a:cs typeface="DejaVu Sans"/>
              </a:rPr>
              <a:t>Make first-week activities clear and connect resources to assessments. Contact students to understand barriers to activity.</a:t>
            </a:r>
          </a:p>
        </p:txBody>
      </p:sp>
    </p:spTree>
    <p:extLst>
      <p:ext uri="{BB962C8B-B14F-4D97-AF65-F5344CB8AC3E}">
        <p14:creationId xmlns:p14="http://schemas.microsoft.com/office/powerpoint/2010/main" val="1902483978"/>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F156C11C-2E9C-401A-951A-F96FE27ED457}"/>
              </a:ext>
            </a:extLst>
          </p:cNvPr>
          <p:cNvSpPr>
            <a:spLocks xmlns:a="http://schemas.openxmlformats.org/drawingml/2006/main" noGrp="1"/>
          </p:cNvSpPr>
          <p:nvPr/>
        </p:nvSpPr>
        <p:spPr>
          <a:xfrm xmlns:a="http://schemas.openxmlformats.org/drawingml/2006/main">
            <a:off x="514350" y="323850"/>
            <a:ext cx="111633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000" b="1">
                <a:solidFill>
                  <a:srgbClr val="132D40"/>
                </a:solidFill>
                <a:latin typeface="DejaVu Sans"/>
                <a:ea typeface="DejaVu Sans"/>
                <a:cs typeface="DejaVu Sans"/>
              </a:defRPr>
            </a:defPPr>
            <a:lvl1pPr>
              <a:defRPr sz="3000" b="1">
                <a:solidFill>
                  <a:srgbClr val="132D40"/>
                </a:solidFill>
                <a:latin typeface="DejaVu Sans"/>
                <a:ea typeface="DejaVu Sans"/>
                <a:cs typeface="DejaVu Sans"/>
              </a:defRPr>
            </a:lvl1pPr>
            <a:lvl2pPr>
              <a:defRPr sz="3000" b="1">
                <a:solidFill>
                  <a:srgbClr val="132D40"/>
                </a:solidFill>
                <a:latin typeface="DejaVu Sans"/>
                <a:ea typeface="DejaVu Sans"/>
                <a:cs typeface="DejaVu Sans"/>
              </a:defRPr>
            </a:lvl2pPr>
            <a:lvl3pPr>
              <a:defRPr sz="3000" b="1">
                <a:solidFill>
                  <a:srgbClr val="132D40"/>
                </a:solidFill>
                <a:latin typeface="DejaVu Sans"/>
                <a:ea typeface="DejaVu Sans"/>
                <a:cs typeface="DejaVu Sans"/>
              </a:defRPr>
            </a:lvl3pPr>
            <a:lvl4pPr>
              <a:defRPr sz="3000" b="1">
                <a:solidFill>
                  <a:srgbClr val="132D40"/>
                </a:solidFill>
                <a:latin typeface="DejaVu Sans"/>
                <a:ea typeface="DejaVu Sans"/>
                <a:cs typeface="DejaVu Sans"/>
              </a:defRPr>
            </a:lvl4pPr>
            <a:lvl5pPr>
              <a:defRPr sz="3000" b="1">
                <a:solidFill>
                  <a:srgbClr val="132D40"/>
                </a:solidFill>
                <a:latin typeface="DejaVu Sans"/>
                <a:ea typeface="DejaVu Sans"/>
                <a:cs typeface="DejaVu Sans"/>
              </a:defRPr>
            </a:lvl5pPr>
            <a:lvl6pPr>
              <a:defRPr sz="3000" b="1">
                <a:solidFill>
                  <a:srgbClr val="132D40"/>
                </a:solidFill>
                <a:latin typeface="DejaVu Sans"/>
                <a:ea typeface="DejaVu Sans"/>
                <a:cs typeface="DejaVu Sans"/>
              </a:defRPr>
            </a:lvl6pPr>
            <a:lvl7pPr>
              <a:defRPr sz="3000" b="1">
                <a:solidFill>
                  <a:srgbClr val="132D40"/>
                </a:solidFill>
                <a:latin typeface="DejaVu Sans"/>
                <a:ea typeface="DejaVu Sans"/>
                <a:cs typeface="DejaVu Sans"/>
              </a:defRPr>
            </a:lvl7pPr>
            <a:lvl8pPr>
              <a:defRPr sz="3000" b="1">
                <a:solidFill>
                  <a:srgbClr val="132D40"/>
                </a:solidFill>
                <a:latin typeface="DejaVu Sans"/>
                <a:ea typeface="DejaVu Sans"/>
                <a:cs typeface="DejaVu Sans"/>
              </a:defRPr>
            </a:lvl8pPr>
            <a:lvl9pPr>
              <a:defRPr sz="3000" b="1">
                <a:solidFill>
                  <a:srgbClr val="132D40"/>
                </a:solidFill>
                <a:latin typeface="DejaVu Sans"/>
                <a:ea typeface="DejaVu Sans"/>
                <a:cs typeface="DejaVu Sans"/>
              </a:defRPr>
            </a:lvl9pPr>
          </a:lstStyle>
          <a:p xmlns:a="http://schemas.openxmlformats.org/drawingml/2006/main">
            <a:pPr>
              <a:defRPr sz="3000" b="1">
                <a:solidFill>
                  <a:srgbClr val="132D40"/>
                </a:solidFill>
                <a:latin typeface="DejaVu Sans"/>
                <a:ea typeface="DejaVu Sans"/>
                <a:cs typeface="DejaVu Sans"/>
              </a:defRPr>
            </a:pPr>
            <a:r>
              <a:rPr sz="3000" b="1">
                <a:solidFill>
                  <a:srgbClr val="132D40"/>
                </a:solidFill>
                <a:latin typeface="DejaVu Sans"/>
                <a:ea typeface="DejaVu Sans"/>
                <a:cs typeface="DejaVu Sans"/>
              </a:rPr>
              <a:t>Early engagement varies across modules</a:t>
            </a:r>
          </a:p>
        </p:txBody>
      </p:sp>
      <p:sp>
        <p:nvSpPr>
          <p:cNvPr id="2" name="text-1">
            <a:extLst xmlns:a="http://schemas.openxmlformats.org/drawingml/2006/main">
              <a:ext uri="{FF2B5EF4-FFF2-40B4-BE49-F238E27FC236}">
                <a16:creationId xmlns:a16="http://schemas.microsoft.com/office/drawing/2014/main" id="{89F30314-5FF7-4DCB-9EAC-ECCFABED94A9}"/>
              </a:ext>
            </a:extLst>
          </p:cNvPr>
          <p:cNvSpPr>
            <a:spLocks xmlns:a="http://schemas.openxmlformats.org/drawingml/2006/main" noGrp="1"/>
          </p:cNvSpPr>
          <p:nvPr/>
        </p:nvSpPr>
        <p:spPr>
          <a:xfrm xmlns:a="http://schemas.openxmlformats.org/drawingml/2006/main">
            <a:off x="533400" y="1362075"/>
            <a:ext cx="1104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500" b="0">
                <a:solidFill>
                  <a:srgbClr val="526577"/>
                </a:solidFill>
                <a:latin typeface="DejaVu Sans"/>
                <a:ea typeface="DejaVu Sans"/>
                <a:cs typeface="DejaVu Sans"/>
              </a:defRPr>
            </a:defPPr>
            <a:lvl1pPr>
              <a:defRPr sz="1500" b="0">
                <a:solidFill>
                  <a:srgbClr val="526577"/>
                </a:solidFill>
                <a:latin typeface="DejaVu Sans"/>
                <a:ea typeface="DejaVu Sans"/>
                <a:cs typeface="DejaVu Sans"/>
              </a:defRPr>
            </a:lvl1pPr>
            <a:lvl2pPr>
              <a:defRPr sz="1500" b="0">
                <a:solidFill>
                  <a:srgbClr val="526577"/>
                </a:solidFill>
                <a:latin typeface="DejaVu Sans"/>
                <a:ea typeface="DejaVu Sans"/>
                <a:cs typeface="DejaVu Sans"/>
              </a:defRPr>
            </a:lvl2pPr>
            <a:lvl3pPr>
              <a:defRPr sz="1500" b="0">
                <a:solidFill>
                  <a:srgbClr val="526577"/>
                </a:solidFill>
                <a:latin typeface="DejaVu Sans"/>
                <a:ea typeface="DejaVu Sans"/>
                <a:cs typeface="DejaVu Sans"/>
              </a:defRPr>
            </a:lvl3pPr>
            <a:lvl4pPr>
              <a:defRPr sz="1500" b="0">
                <a:solidFill>
                  <a:srgbClr val="526577"/>
                </a:solidFill>
                <a:latin typeface="DejaVu Sans"/>
                <a:ea typeface="DejaVu Sans"/>
                <a:cs typeface="DejaVu Sans"/>
              </a:defRPr>
            </a:lvl4pPr>
            <a:lvl5pPr>
              <a:defRPr sz="1500" b="0">
                <a:solidFill>
                  <a:srgbClr val="526577"/>
                </a:solidFill>
                <a:latin typeface="DejaVu Sans"/>
                <a:ea typeface="DejaVu Sans"/>
                <a:cs typeface="DejaVu Sans"/>
              </a:defRPr>
            </a:lvl5pPr>
            <a:lvl6pPr>
              <a:defRPr sz="1500" b="0">
                <a:solidFill>
                  <a:srgbClr val="526577"/>
                </a:solidFill>
                <a:latin typeface="DejaVu Sans"/>
                <a:ea typeface="DejaVu Sans"/>
                <a:cs typeface="DejaVu Sans"/>
              </a:defRPr>
            </a:lvl6pPr>
            <a:lvl7pPr>
              <a:defRPr sz="1500" b="0">
                <a:solidFill>
                  <a:srgbClr val="526577"/>
                </a:solidFill>
                <a:latin typeface="DejaVu Sans"/>
                <a:ea typeface="DejaVu Sans"/>
                <a:cs typeface="DejaVu Sans"/>
              </a:defRPr>
            </a:lvl7pPr>
            <a:lvl8pPr>
              <a:defRPr sz="1500" b="0">
                <a:solidFill>
                  <a:srgbClr val="526577"/>
                </a:solidFill>
                <a:latin typeface="DejaVu Sans"/>
                <a:ea typeface="DejaVu Sans"/>
                <a:cs typeface="DejaVu Sans"/>
              </a:defRPr>
            </a:lvl8pPr>
            <a:lvl9pPr>
              <a:defRPr sz="1500" b="0">
                <a:solidFill>
                  <a:srgbClr val="526577"/>
                </a:solidFill>
                <a:latin typeface="DejaVu Sans"/>
                <a:ea typeface="DejaVu Sans"/>
                <a:cs typeface="DejaVu Sans"/>
              </a:defRPr>
            </a:lvl9pPr>
          </a:lstStyle>
          <a:p xmlns:a="http://schemas.openxmlformats.org/drawingml/2006/main">
            <a:pPr>
              <a:defRPr sz="1500" b="0">
                <a:solidFill>
                  <a:srgbClr val="526577"/>
                </a:solidFill>
                <a:latin typeface="DejaVu Sans"/>
                <a:ea typeface="DejaVu Sans"/>
                <a:cs typeface="DejaVu Sans"/>
              </a:defRPr>
            </a:pPr>
            <a:r>
              <a:rPr sz="1500" b="0">
                <a:solidFill>
                  <a:srgbClr val="526577"/>
                </a:solidFill>
                <a:latin typeface="DejaVu Sans"/>
                <a:ea typeface="DejaVu Sans"/>
                <a:cs typeface="DejaVu Sans"/>
              </a:rPr>
              <a:t>Median active days in days 0–27 for pass, failure and withdrawal</a:t>
            </a:r>
          </a:p>
        </p:txBody>
      </p:sp>
      <p:sp>
        <p:nvSpPr>
          <p:cNvPr id="3" name="text-2">
            <a:extLst xmlns:a="http://schemas.openxmlformats.org/drawingml/2006/main">
              <a:ext uri="{FF2B5EF4-FFF2-40B4-BE49-F238E27FC236}">
                <a16:creationId xmlns:a16="http://schemas.microsoft.com/office/drawing/2014/main" id="{185745BC-2907-407B-AF72-657BA4F2D16C}"/>
              </a:ext>
            </a:extLst>
          </p:cNvPr>
          <p:cNvSpPr>
            <a:spLocks xmlns:a="http://schemas.openxmlformats.org/drawingml/2006/main" noGrp="1"/>
          </p:cNvSpPr>
          <p:nvPr/>
        </p:nvSpPr>
        <p:spPr>
          <a:xfrm xmlns:a="http://schemas.openxmlformats.org/drawingml/2006/main">
            <a:off x="11334750" y="6477000"/>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050" b="0">
                <a:solidFill>
                  <a:srgbClr val="526577"/>
                </a:solidFill>
                <a:latin typeface="DejaVu Sans"/>
                <a:ea typeface="DejaVu Sans"/>
                <a:cs typeface="DejaVu Sans"/>
              </a:defRPr>
            </a:defPPr>
            <a:lvl1pPr>
              <a:defRPr sz="1050" b="0">
                <a:solidFill>
                  <a:srgbClr val="526577"/>
                </a:solidFill>
                <a:latin typeface="DejaVu Sans"/>
                <a:ea typeface="DejaVu Sans"/>
                <a:cs typeface="DejaVu Sans"/>
              </a:defRPr>
            </a:lvl1pPr>
            <a:lvl2pPr>
              <a:defRPr sz="1050" b="0">
                <a:solidFill>
                  <a:srgbClr val="526577"/>
                </a:solidFill>
                <a:latin typeface="DejaVu Sans"/>
                <a:ea typeface="DejaVu Sans"/>
                <a:cs typeface="DejaVu Sans"/>
              </a:defRPr>
            </a:lvl2pPr>
            <a:lvl3pPr>
              <a:defRPr sz="1050" b="0">
                <a:solidFill>
                  <a:srgbClr val="526577"/>
                </a:solidFill>
                <a:latin typeface="DejaVu Sans"/>
                <a:ea typeface="DejaVu Sans"/>
                <a:cs typeface="DejaVu Sans"/>
              </a:defRPr>
            </a:lvl3pPr>
            <a:lvl4pPr>
              <a:defRPr sz="1050" b="0">
                <a:solidFill>
                  <a:srgbClr val="526577"/>
                </a:solidFill>
                <a:latin typeface="DejaVu Sans"/>
                <a:ea typeface="DejaVu Sans"/>
                <a:cs typeface="DejaVu Sans"/>
              </a:defRPr>
            </a:lvl4pPr>
            <a:lvl5pPr>
              <a:defRPr sz="1050" b="0">
                <a:solidFill>
                  <a:srgbClr val="526577"/>
                </a:solidFill>
                <a:latin typeface="DejaVu Sans"/>
                <a:ea typeface="DejaVu Sans"/>
                <a:cs typeface="DejaVu Sans"/>
              </a:defRPr>
            </a:lvl5pPr>
            <a:lvl6pPr>
              <a:defRPr sz="1050" b="0">
                <a:solidFill>
                  <a:srgbClr val="526577"/>
                </a:solidFill>
                <a:latin typeface="DejaVu Sans"/>
                <a:ea typeface="DejaVu Sans"/>
                <a:cs typeface="DejaVu Sans"/>
              </a:defRPr>
            </a:lvl6pPr>
            <a:lvl7pPr>
              <a:defRPr sz="1050" b="0">
                <a:solidFill>
                  <a:srgbClr val="526577"/>
                </a:solidFill>
                <a:latin typeface="DejaVu Sans"/>
                <a:ea typeface="DejaVu Sans"/>
                <a:cs typeface="DejaVu Sans"/>
              </a:defRPr>
            </a:lvl7pPr>
            <a:lvl8pPr>
              <a:defRPr sz="1050" b="0">
                <a:solidFill>
                  <a:srgbClr val="526577"/>
                </a:solidFill>
                <a:latin typeface="DejaVu Sans"/>
                <a:ea typeface="DejaVu Sans"/>
                <a:cs typeface="DejaVu Sans"/>
              </a:defRPr>
            </a:lvl8pPr>
            <a:lvl9pPr>
              <a:defRPr sz="1050" b="0">
                <a:solidFill>
                  <a:srgbClr val="526577"/>
                </a:solidFill>
                <a:latin typeface="DejaVu Sans"/>
                <a:ea typeface="DejaVu Sans"/>
                <a:cs typeface="DejaVu Sans"/>
              </a:defRPr>
            </a:lvl9pPr>
          </a:lstStyle>
          <a:p xmlns:a="http://schemas.openxmlformats.org/drawingml/2006/main">
            <a:pPr>
              <a:defRPr sz="1050" b="0">
                <a:solidFill>
                  <a:srgbClr val="526577"/>
                </a:solidFill>
                <a:latin typeface="DejaVu Sans"/>
                <a:ea typeface="DejaVu Sans"/>
                <a:cs typeface="DejaVu Sans"/>
              </a:defRPr>
            </a:pPr>
            <a:r>
              <a:rPr sz="1050" b="0">
                <a:solidFill>
                  <a:srgbClr val="526577"/>
                </a:solidFill>
                <a:latin typeface="DejaVu Sans"/>
                <a:ea typeface="DejaVu Sans"/>
                <a:cs typeface="DejaVu Sans"/>
              </a:rPr>
              <a:t>13</a:t>
            </a:r>
          </a:p>
        </p:txBody>
      </p:sp>
      <p:graphicFrame>
        <p:nvGraphicFramePr>
          <p:cNvPr id="4" name="Chart">
            <a:extLst xmlns:a="http://schemas.openxmlformats.org/drawingml/2006/main">
              <a:ext uri="{FF2B5EF4-FFF2-40B4-BE49-F238E27FC236}">
                <a16:creationId xmlns:a16="http://schemas.microsoft.com/office/drawing/2014/main" id="{05D2ECE4-087B-4862-9E82-A99401917ECD}"/>
              </a:ext>
            </a:extLst>
          </p:cNvPr>
          <p:cNvGraphicFramePr/>
          <p:nvPr/>
        </p:nvGraphicFramePr>
        <p:xfrm>
          <a:off xmlns:a="http://schemas.openxmlformats.org/drawingml/2006/main" x="514350" y="1809750"/>
          <a:ext xmlns:a="http://schemas.openxmlformats.org/drawingml/2006/main" cx="11144250" cy="3381375"/>
        </p:xfrm>
        <a:graphic xmlns:a="http://schemas.openxmlformats.org/drawingml/2006/main">
          <a:graphicData uri="http://schemas.openxmlformats.org/drawingml/2006/chart">
            <c:chart xmlns:r="http://schemas.openxmlformats.org/officeDocument/2006/relationships" xmlns:c="http://schemas.openxmlformats.org/drawingml/2006/chart" r:id="Ra772e3c448564003"/>
          </a:graphicData>
        </a:graphic>
      </p:graphicFrame>
      <p:sp>
        <p:nvSpPr>
          <p:cNvPr id="5" name="text-3">
            <a:extLst xmlns:a="http://schemas.openxmlformats.org/drawingml/2006/main">
              <a:ext uri="{FF2B5EF4-FFF2-40B4-BE49-F238E27FC236}">
                <a16:creationId xmlns:a16="http://schemas.microsoft.com/office/drawing/2014/main" id="{1C0E0A9F-AC97-45A9-BF99-F6342246D813}"/>
              </a:ext>
            </a:extLst>
          </p:cNvPr>
          <p:cNvSpPr>
            <a:spLocks xmlns:a="http://schemas.openxmlformats.org/drawingml/2006/main" noGrp="1"/>
          </p:cNvSpPr>
          <p:nvPr/>
        </p:nvSpPr>
        <p:spPr>
          <a:xfrm xmlns:a="http://schemas.openxmlformats.org/drawingml/2006/main">
            <a:off x="533400" y="5495925"/>
            <a:ext cx="1095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00" b="1">
                <a:solidFill>
                  <a:srgbClr val="177E82"/>
                </a:solidFill>
                <a:latin typeface="DejaVu Sans"/>
                <a:ea typeface="DejaVu Sans"/>
                <a:cs typeface="DejaVu Sans"/>
              </a:defRPr>
            </a:defPPr>
            <a:lvl1pPr>
              <a:defRPr sz="1200" b="1">
                <a:solidFill>
                  <a:srgbClr val="177E82"/>
                </a:solidFill>
                <a:latin typeface="DejaVu Sans"/>
                <a:ea typeface="DejaVu Sans"/>
                <a:cs typeface="DejaVu Sans"/>
              </a:defRPr>
            </a:lvl1pPr>
            <a:lvl2pPr>
              <a:defRPr sz="1200" b="1">
                <a:solidFill>
                  <a:srgbClr val="177E82"/>
                </a:solidFill>
                <a:latin typeface="DejaVu Sans"/>
                <a:ea typeface="DejaVu Sans"/>
                <a:cs typeface="DejaVu Sans"/>
              </a:defRPr>
            </a:lvl2pPr>
            <a:lvl3pPr>
              <a:defRPr sz="1200" b="1">
                <a:solidFill>
                  <a:srgbClr val="177E82"/>
                </a:solidFill>
                <a:latin typeface="DejaVu Sans"/>
                <a:ea typeface="DejaVu Sans"/>
                <a:cs typeface="DejaVu Sans"/>
              </a:defRPr>
            </a:lvl3pPr>
            <a:lvl4pPr>
              <a:defRPr sz="1200" b="1">
                <a:solidFill>
                  <a:srgbClr val="177E82"/>
                </a:solidFill>
                <a:latin typeface="DejaVu Sans"/>
                <a:ea typeface="DejaVu Sans"/>
                <a:cs typeface="DejaVu Sans"/>
              </a:defRPr>
            </a:lvl4pPr>
            <a:lvl5pPr>
              <a:defRPr sz="1200" b="1">
                <a:solidFill>
                  <a:srgbClr val="177E82"/>
                </a:solidFill>
                <a:latin typeface="DejaVu Sans"/>
                <a:ea typeface="DejaVu Sans"/>
                <a:cs typeface="DejaVu Sans"/>
              </a:defRPr>
            </a:lvl5pPr>
            <a:lvl6pPr>
              <a:defRPr sz="1200" b="1">
                <a:solidFill>
                  <a:srgbClr val="177E82"/>
                </a:solidFill>
                <a:latin typeface="DejaVu Sans"/>
                <a:ea typeface="DejaVu Sans"/>
                <a:cs typeface="DejaVu Sans"/>
              </a:defRPr>
            </a:lvl6pPr>
            <a:lvl7pPr>
              <a:defRPr sz="1200" b="1">
                <a:solidFill>
                  <a:srgbClr val="177E82"/>
                </a:solidFill>
                <a:latin typeface="DejaVu Sans"/>
                <a:ea typeface="DejaVu Sans"/>
                <a:cs typeface="DejaVu Sans"/>
              </a:defRPr>
            </a:lvl7pPr>
            <a:lvl8pPr>
              <a:defRPr sz="1200" b="1">
                <a:solidFill>
                  <a:srgbClr val="177E82"/>
                </a:solidFill>
                <a:latin typeface="DejaVu Sans"/>
                <a:ea typeface="DejaVu Sans"/>
                <a:cs typeface="DejaVu Sans"/>
              </a:defRPr>
            </a:lvl8pPr>
            <a:lvl9pPr>
              <a:defRPr sz="1200" b="1">
                <a:solidFill>
                  <a:srgbClr val="177E82"/>
                </a:solidFill>
                <a:latin typeface="DejaVu Sans"/>
                <a:ea typeface="DejaVu Sans"/>
                <a:cs typeface="DejaVu Sans"/>
              </a:defRPr>
            </a:lvl9pPr>
          </a:lstStyle>
          <a:p xmlns:a="http://schemas.openxmlformats.org/drawingml/2006/main">
            <a:pPr>
              <a:defRPr sz="1200" b="1">
                <a:solidFill>
                  <a:srgbClr val="177E82"/>
                </a:solidFill>
                <a:latin typeface="DejaVu Sans"/>
                <a:ea typeface="DejaVu Sans"/>
                <a:cs typeface="DejaVu Sans"/>
              </a:defRPr>
            </a:pPr>
            <a:r>
              <a:rPr sz="1200" b="1">
                <a:solidFill>
                  <a:srgbClr val="177E82"/>
                </a:solidFill>
                <a:latin typeface="DejaVu Sans"/>
                <a:ea typeface="DejaVu Sans"/>
                <a:cs typeface="DejaVu Sans"/>
              </a:rPr>
              <a:t>PROPOSED SUPPORT</a:t>
            </a:r>
          </a:p>
        </p:txBody>
      </p:sp>
      <p:sp>
        <p:nvSpPr>
          <p:cNvPr id="6" name="text-4">
            <a:extLst xmlns:a="http://schemas.openxmlformats.org/drawingml/2006/main">
              <a:ext uri="{FF2B5EF4-FFF2-40B4-BE49-F238E27FC236}">
                <a16:creationId xmlns:a16="http://schemas.microsoft.com/office/drawing/2014/main" id="{B78FD928-AE9B-45BD-84F1-6D038D399252}"/>
              </a:ext>
            </a:extLst>
          </p:cNvPr>
          <p:cNvSpPr>
            <a:spLocks xmlns:a="http://schemas.openxmlformats.org/drawingml/2006/main" noGrp="1"/>
          </p:cNvSpPr>
          <p:nvPr/>
        </p:nvSpPr>
        <p:spPr>
          <a:xfrm xmlns:a="http://schemas.openxmlformats.org/drawingml/2006/main">
            <a:off x="533400" y="5810250"/>
            <a:ext cx="109537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725" b="0">
                <a:solidFill>
                  <a:srgbClr val="132D40"/>
                </a:solidFill>
                <a:latin typeface="DejaVu Sans"/>
                <a:ea typeface="DejaVu Sans"/>
                <a:cs typeface="DejaVu Sans"/>
              </a:defRPr>
            </a:defPPr>
            <a:lvl1pPr>
              <a:defRPr sz="1725" b="0">
                <a:solidFill>
                  <a:srgbClr val="132D40"/>
                </a:solidFill>
                <a:latin typeface="DejaVu Sans"/>
                <a:ea typeface="DejaVu Sans"/>
                <a:cs typeface="DejaVu Sans"/>
              </a:defRPr>
            </a:lvl1pPr>
            <a:lvl2pPr>
              <a:defRPr sz="1725" b="0">
                <a:solidFill>
                  <a:srgbClr val="132D40"/>
                </a:solidFill>
                <a:latin typeface="DejaVu Sans"/>
                <a:ea typeface="DejaVu Sans"/>
                <a:cs typeface="DejaVu Sans"/>
              </a:defRPr>
            </a:lvl2pPr>
            <a:lvl3pPr>
              <a:defRPr sz="1725" b="0">
                <a:solidFill>
                  <a:srgbClr val="132D40"/>
                </a:solidFill>
                <a:latin typeface="DejaVu Sans"/>
                <a:ea typeface="DejaVu Sans"/>
                <a:cs typeface="DejaVu Sans"/>
              </a:defRPr>
            </a:lvl3pPr>
            <a:lvl4pPr>
              <a:defRPr sz="1725" b="0">
                <a:solidFill>
                  <a:srgbClr val="132D40"/>
                </a:solidFill>
                <a:latin typeface="DejaVu Sans"/>
                <a:ea typeface="DejaVu Sans"/>
                <a:cs typeface="DejaVu Sans"/>
              </a:defRPr>
            </a:lvl4pPr>
            <a:lvl5pPr>
              <a:defRPr sz="1725" b="0">
                <a:solidFill>
                  <a:srgbClr val="132D40"/>
                </a:solidFill>
                <a:latin typeface="DejaVu Sans"/>
                <a:ea typeface="DejaVu Sans"/>
                <a:cs typeface="DejaVu Sans"/>
              </a:defRPr>
            </a:lvl5pPr>
            <a:lvl6pPr>
              <a:defRPr sz="1725" b="0">
                <a:solidFill>
                  <a:srgbClr val="132D40"/>
                </a:solidFill>
                <a:latin typeface="DejaVu Sans"/>
                <a:ea typeface="DejaVu Sans"/>
                <a:cs typeface="DejaVu Sans"/>
              </a:defRPr>
            </a:lvl6pPr>
            <a:lvl7pPr>
              <a:defRPr sz="1725" b="0">
                <a:solidFill>
                  <a:srgbClr val="132D40"/>
                </a:solidFill>
                <a:latin typeface="DejaVu Sans"/>
                <a:ea typeface="DejaVu Sans"/>
                <a:cs typeface="DejaVu Sans"/>
              </a:defRPr>
            </a:lvl7pPr>
            <a:lvl8pPr>
              <a:defRPr sz="1725" b="0">
                <a:solidFill>
                  <a:srgbClr val="132D40"/>
                </a:solidFill>
                <a:latin typeface="DejaVu Sans"/>
                <a:ea typeface="DejaVu Sans"/>
                <a:cs typeface="DejaVu Sans"/>
              </a:defRPr>
            </a:lvl8pPr>
            <a:lvl9pPr>
              <a:defRPr sz="1725" b="0">
                <a:solidFill>
                  <a:srgbClr val="132D40"/>
                </a:solidFill>
                <a:latin typeface="DejaVu Sans"/>
                <a:ea typeface="DejaVu Sans"/>
                <a:cs typeface="DejaVu Sans"/>
              </a:defRPr>
            </a:lvl9pPr>
          </a:lstStyle>
          <a:p xmlns:a="http://schemas.openxmlformats.org/drawingml/2006/main">
            <a:pPr>
              <a:defRPr sz="1725" b="0">
                <a:solidFill>
                  <a:srgbClr val="132D40"/>
                </a:solidFill>
                <a:latin typeface="DejaVu Sans"/>
                <a:ea typeface="DejaVu Sans"/>
                <a:cs typeface="DejaVu Sans"/>
              </a:defRPr>
            </a:pPr>
            <a:r>
              <a:rPr sz="1725" b="0">
                <a:solidFill>
                  <a:srgbClr val="132D40"/>
                </a:solidFill>
                <a:latin typeface="DejaVu Sans"/>
                <a:ea typeface="DejaVu Sans"/>
                <a:cs typeface="DejaVu Sans"/>
              </a:rPr>
              <a:t>Interpret engagement using each module’s patterns. Combine activity with grades and expected submissions.</a:t>
            </a:r>
          </a:p>
        </p:txBody>
      </p:sp>
    </p:spTree>
    <p:extLst>
      <p:ext uri="{BB962C8B-B14F-4D97-AF65-F5344CB8AC3E}">
        <p14:creationId xmlns:p14="http://schemas.microsoft.com/office/powerpoint/2010/main" val="1719644452"/>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20E41F7B-F761-434A-B05A-0AE53C4D4BC6}"/>
              </a:ext>
            </a:extLst>
          </p:cNvPr>
          <p:cNvSpPr>
            <a:spLocks xmlns:a="http://schemas.openxmlformats.org/drawingml/2006/main" noGrp="1"/>
          </p:cNvSpPr>
          <p:nvPr/>
        </p:nvSpPr>
        <p:spPr>
          <a:xfrm xmlns:a="http://schemas.openxmlformats.org/drawingml/2006/main">
            <a:off x="514350" y="323850"/>
            <a:ext cx="111633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000" b="1">
                <a:solidFill>
                  <a:srgbClr val="132D40"/>
                </a:solidFill>
                <a:latin typeface="DejaVu Sans"/>
                <a:ea typeface="DejaVu Sans"/>
                <a:cs typeface="DejaVu Sans"/>
              </a:defRPr>
            </a:defPPr>
            <a:lvl1pPr>
              <a:defRPr sz="3000" b="1">
                <a:solidFill>
                  <a:srgbClr val="132D40"/>
                </a:solidFill>
                <a:latin typeface="DejaVu Sans"/>
                <a:ea typeface="DejaVu Sans"/>
                <a:cs typeface="DejaVu Sans"/>
              </a:defRPr>
            </a:lvl1pPr>
            <a:lvl2pPr>
              <a:defRPr sz="3000" b="1">
                <a:solidFill>
                  <a:srgbClr val="132D40"/>
                </a:solidFill>
                <a:latin typeface="DejaVu Sans"/>
                <a:ea typeface="DejaVu Sans"/>
                <a:cs typeface="DejaVu Sans"/>
              </a:defRPr>
            </a:lvl2pPr>
            <a:lvl3pPr>
              <a:defRPr sz="3000" b="1">
                <a:solidFill>
                  <a:srgbClr val="132D40"/>
                </a:solidFill>
                <a:latin typeface="DejaVu Sans"/>
                <a:ea typeface="DejaVu Sans"/>
                <a:cs typeface="DejaVu Sans"/>
              </a:defRPr>
            </a:lvl3pPr>
            <a:lvl4pPr>
              <a:defRPr sz="3000" b="1">
                <a:solidFill>
                  <a:srgbClr val="132D40"/>
                </a:solidFill>
                <a:latin typeface="DejaVu Sans"/>
                <a:ea typeface="DejaVu Sans"/>
                <a:cs typeface="DejaVu Sans"/>
              </a:defRPr>
            </a:lvl4pPr>
            <a:lvl5pPr>
              <a:defRPr sz="3000" b="1">
                <a:solidFill>
                  <a:srgbClr val="132D40"/>
                </a:solidFill>
                <a:latin typeface="DejaVu Sans"/>
                <a:ea typeface="DejaVu Sans"/>
                <a:cs typeface="DejaVu Sans"/>
              </a:defRPr>
            </a:lvl5pPr>
            <a:lvl6pPr>
              <a:defRPr sz="3000" b="1">
                <a:solidFill>
                  <a:srgbClr val="132D40"/>
                </a:solidFill>
                <a:latin typeface="DejaVu Sans"/>
                <a:ea typeface="DejaVu Sans"/>
                <a:cs typeface="DejaVu Sans"/>
              </a:defRPr>
            </a:lvl6pPr>
            <a:lvl7pPr>
              <a:defRPr sz="3000" b="1">
                <a:solidFill>
                  <a:srgbClr val="132D40"/>
                </a:solidFill>
                <a:latin typeface="DejaVu Sans"/>
                <a:ea typeface="DejaVu Sans"/>
                <a:cs typeface="DejaVu Sans"/>
              </a:defRPr>
            </a:lvl7pPr>
            <a:lvl8pPr>
              <a:defRPr sz="3000" b="1">
                <a:solidFill>
                  <a:srgbClr val="132D40"/>
                </a:solidFill>
                <a:latin typeface="DejaVu Sans"/>
                <a:ea typeface="DejaVu Sans"/>
                <a:cs typeface="DejaVu Sans"/>
              </a:defRPr>
            </a:lvl8pPr>
            <a:lvl9pPr>
              <a:defRPr sz="3000" b="1">
                <a:solidFill>
                  <a:srgbClr val="132D40"/>
                </a:solidFill>
                <a:latin typeface="DejaVu Sans"/>
                <a:ea typeface="DejaVu Sans"/>
                <a:cs typeface="DejaVu Sans"/>
              </a:defRPr>
            </a:lvl9pPr>
          </a:lstStyle>
          <a:p xmlns:a="http://schemas.openxmlformats.org/drawingml/2006/main">
            <a:pPr>
              <a:defRPr sz="3000" b="1">
                <a:solidFill>
                  <a:srgbClr val="132D40"/>
                </a:solidFill>
                <a:latin typeface="DejaVu Sans"/>
                <a:ea typeface="DejaVu Sans"/>
                <a:cs typeface="DejaVu Sans"/>
              </a:defRPr>
            </a:pPr>
            <a:r>
              <a:rPr sz="3000" b="1">
                <a:solidFill>
                  <a:srgbClr val="132D40"/>
                </a:solidFill>
                <a:latin typeface="DejaVu Sans"/>
                <a:ea typeface="DejaVu Sans"/>
                <a:cs typeface="DejaVu Sans"/>
              </a:rPr>
              <a:t>Weekly engagement needs context</a:t>
            </a:r>
          </a:p>
        </p:txBody>
      </p:sp>
      <p:sp>
        <p:nvSpPr>
          <p:cNvPr id="2" name="text-1">
            <a:extLst xmlns:a="http://schemas.openxmlformats.org/drawingml/2006/main">
              <a:ext uri="{FF2B5EF4-FFF2-40B4-BE49-F238E27FC236}">
                <a16:creationId xmlns:a16="http://schemas.microsoft.com/office/drawing/2014/main" id="{6399F08D-F3C9-41E9-B397-F22B98580E77}"/>
              </a:ext>
            </a:extLst>
          </p:cNvPr>
          <p:cNvSpPr>
            <a:spLocks xmlns:a="http://schemas.openxmlformats.org/drawingml/2006/main" noGrp="1"/>
          </p:cNvSpPr>
          <p:nvPr/>
        </p:nvSpPr>
        <p:spPr>
          <a:xfrm xmlns:a="http://schemas.openxmlformats.org/drawingml/2006/main">
            <a:off x="533400" y="1362075"/>
            <a:ext cx="1104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500" b="0">
                <a:solidFill>
                  <a:srgbClr val="526577"/>
                </a:solidFill>
                <a:latin typeface="DejaVu Sans"/>
                <a:ea typeface="DejaVu Sans"/>
                <a:cs typeface="DejaVu Sans"/>
              </a:defRPr>
            </a:defPPr>
            <a:lvl1pPr>
              <a:defRPr sz="1500" b="0">
                <a:solidFill>
                  <a:srgbClr val="526577"/>
                </a:solidFill>
                <a:latin typeface="DejaVu Sans"/>
                <a:ea typeface="DejaVu Sans"/>
                <a:cs typeface="DejaVu Sans"/>
              </a:defRPr>
            </a:lvl1pPr>
            <a:lvl2pPr>
              <a:defRPr sz="1500" b="0">
                <a:solidFill>
                  <a:srgbClr val="526577"/>
                </a:solidFill>
                <a:latin typeface="DejaVu Sans"/>
                <a:ea typeface="DejaVu Sans"/>
                <a:cs typeface="DejaVu Sans"/>
              </a:defRPr>
            </a:lvl2pPr>
            <a:lvl3pPr>
              <a:defRPr sz="1500" b="0">
                <a:solidFill>
                  <a:srgbClr val="526577"/>
                </a:solidFill>
                <a:latin typeface="DejaVu Sans"/>
                <a:ea typeface="DejaVu Sans"/>
                <a:cs typeface="DejaVu Sans"/>
              </a:defRPr>
            </a:lvl3pPr>
            <a:lvl4pPr>
              <a:defRPr sz="1500" b="0">
                <a:solidFill>
                  <a:srgbClr val="526577"/>
                </a:solidFill>
                <a:latin typeface="DejaVu Sans"/>
                <a:ea typeface="DejaVu Sans"/>
                <a:cs typeface="DejaVu Sans"/>
              </a:defRPr>
            </a:lvl4pPr>
            <a:lvl5pPr>
              <a:defRPr sz="1500" b="0">
                <a:solidFill>
                  <a:srgbClr val="526577"/>
                </a:solidFill>
                <a:latin typeface="DejaVu Sans"/>
                <a:ea typeface="DejaVu Sans"/>
                <a:cs typeface="DejaVu Sans"/>
              </a:defRPr>
            </a:lvl5pPr>
            <a:lvl6pPr>
              <a:defRPr sz="1500" b="0">
                <a:solidFill>
                  <a:srgbClr val="526577"/>
                </a:solidFill>
                <a:latin typeface="DejaVu Sans"/>
                <a:ea typeface="DejaVu Sans"/>
                <a:cs typeface="DejaVu Sans"/>
              </a:defRPr>
            </a:lvl6pPr>
            <a:lvl7pPr>
              <a:defRPr sz="1500" b="0">
                <a:solidFill>
                  <a:srgbClr val="526577"/>
                </a:solidFill>
                <a:latin typeface="DejaVu Sans"/>
                <a:ea typeface="DejaVu Sans"/>
                <a:cs typeface="DejaVu Sans"/>
              </a:defRPr>
            </a:lvl7pPr>
            <a:lvl8pPr>
              <a:defRPr sz="1500" b="0">
                <a:solidFill>
                  <a:srgbClr val="526577"/>
                </a:solidFill>
                <a:latin typeface="DejaVu Sans"/>
                <a:ea typeface="DejaVu Sans"/>
                <a:cs typeface="DejaVu Sans"/>
              </a:defRPr>
            </a:lvl8pPr>
            <a:lvl9pPr>
              <a:defRPr sz="1500" b="0">
                <a:solidFill>
                  <a:srgbClr val="526577"/>
                </a:solidFill>
                <a:latin typeface="DejaVu Sans"/>
                <a:ea typeface="DejaVu Sans"/>
                <a:cs typeface="DejaVu Sans"/>
              </a:defRPr>
            </a:lvl9pPr>
          </a:lstStyle>
          <a:p xmlns:a="http://schemas.openxmlformats.org/drawingml/2006/main">
            <a:pPr>
              <a:defRPr sz="1500" b="0">
                <a:solidFill>
                  <a:srgbClr val="526577"/>
                </a:solidFill>
                <a:latin typeface="DejaVu Sans"/>
                <a:ea typeface="DejaVu Sans"/>
                <a:cs typeface="DejaVu Sans"/>
              </a:defRPr>
            </a:pPr>
            <a:r>
              <a:rPr sz="1500" b="0">
                <a:solidFill>
                  <a:srgbClr val="526577"/>
                </a:solidFill>
                <a:latin typeface="DejaVu Sans"/>
                <a:ea typeface="DejaVu Sans"/>
                <a:cs typeface="DejaVu Sans"/>
              </a:rPr>
              <a:t>Mean recorded clicks during the first four eligible weeks</a:t>
            </a:r>
          </a:p>
        </p:txBody>
      </p:sp>
      <p:sp>
        <p:nvSpPr>
          <p:cNvPr id="3" name="text-2">
            <a:extLst xmlns:a="http://schemas.openxmlformats.org/drawingml/2006/main">
              <a:ext uri="{FF2B5EF4-FFF2-40B4-BE49-F238E27FC236}">
                <a16:creationId xmlns:a16="http://schemas.microsoft.com/office/drawing/2014/main" id="{3263E575-BEC2-42C8-8305-9C0A30BEBD2B}"/>
              </a:ext>
            </a:extLst>
          </p:cNvPr>
          <p:cNvSpPr>
            <a:spLocks xmlns:a="http://schemas.openxmlformats.org/drawingml/2006/main" noGrp="1"/>
          </p:cNvSpPr>
          <p:nvPr/>
        </p:nvSpPr>
        <p:spPr>
          <a:xfrm xmlns:a="http://schemas.openxmlformats.org/drawingml/2006/main">
            <a:off x="11334750" y="6477000"/>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050" b="0">
                <a:solidFill>
                  <a:srgbClr val="526577"/>
                </a:solidFill>
                <a:latin typeface="DejaVu Sans"/>
                <a:ea typeface="DejaVu Sans"/>
                <a:cs typeface="DejaVu Sans"/>
              </a:defRPr>
            </a:defPPr>
            <a:lvl1pPr>
              <a:defRPr sz="1050" b="0">
                <a:solidFill>
                  <a:srgbClr val="526577"/>
                </a:solidFill>
                <a:latin typeface="DejaVu Sans"/>
                <a:ea typeface="DejaVu Sans"/>
                <a:cs typeface="DejaVu Sans"/>
              </a:defRPr>
            </a:lvl1pPr>
            <a:lvl2pPr>
              <a:defRPr sz="1050" b="0">
                <a:solidFill>
                  <a:srgbClr val="526577"/>
                </a:solidFill>
                <a:latin typeface="DejaVu Sans"/>
                <a:ea typeface="DejaVu Sans"/>
                <a:cs typeface="DejaVu Sans"/>
              </a:defRPr>
            </a:lvl2pPr>
            <a:lvl3pPr>
              <a:defRPr sz="1050" b="0">
                <a:solidFill>
                  <a:srgbClr val="526577"/>
                </a:solidFill>
                <a:latin typeface="DejaVu Sans"/>
                <a:ea typeface="DejaVu Sans"/>
                <a:cs typeface="DejaVu Sans"/>
              </a:defRPr>
            </a:lvl3pPr>
            <a:lvl4pPr>
              <a:defRPr sz="1050" b="0">
                <a:solidFill>
                  <a:srgbClr val="526577"/>
                </a:solidFill>
                <a:latin typeface="DejaVu Sans"/>
                <a:ea typeface="DejaVu Sans"/>
                <a:cs typeface="DejaVu Sans"/>
              </a:defRPr>
            </a:lvl4pPr>
            <a:lvl5pPr>
              <a:defRPr sz="1050" b="0">
                <a:solidFill>
                  <a:srgbClr val="526577"/>
                </a:solidFill>
                <a:latin typeface="DejaVu Sans"/>
                <a:ea typeface="DejaVu Sans"/>
                <a:cs typeface="DejaVu Sans"/>
              </a:defRPr>
            </a:lvl5pPr>
            <a:lvl6pPr>
              <a:defRPr sz="1050" b="0">
                <a:solidFill>
                  <a:srgbClr val="526577"/>
                </a:solidFill>
                <a:latin typeface="DejaVu Sans"/>
                <a:ea typeface="DejaVu Sans"/>
                <a:cs typeface="DejaVu Sans"/>
              </a:defRPr>
            </a:lvl6pPr>
            <a:lvl7pPr>
              <a:defRPr sz="1050" b="0">
                <a:solidFill>
                  <a:srgbClr val="526577"/>
                </a:solidFill>
                <a:latin typeface="DejaVu Sans"/>
                <a:ea typeface="DejaVu Sans"/>
                <a:cs typeface="DejaVu Sans"/>
              </a:defRPr>
            </a:lvl7pPr>
            <a:lvl8pPr>
              <a:defRPr sz="1050" b="0">
                <a:solidFill>
                  <a:srgbClr val="526577"/>
                </a:solidFill>
                <a:latin typeface="DejaVu Sans"/>
                <a:ea typeface="DejaVu Sans"/>
                <a:cs typeface="DejaVu Sans"/>
              </a:defRPr>
            </a:lvl8pPr>
            <a:lvl9pPr>
              <a:defRPr sz="1050" b="0">
                <a:solidFill>
                  <a:srgbClr val="526577"/>
                </a:solidFill>
                <a:latin typeface="DejaVu Sans"/>
                <a:ea typeface="DejaVu Sans"/>
                <a:cs typeface="DejaVu Sans"/>
              </a:defRPr>
            </a:lvl9pPr>
          </a:lstStyle>
          <a:p xmlns:a="http://schemas.openxmlformats.org/drawingml/2006/main">
            <a:pPr>
              <a:defRPr sz="1050" b="0">
                <a:solidFill>
                  <a:srgbClr val="526577"/>
                </a:solidFill>
                <a:latin typeface="DejaVu Sans"/>
                <a:ea typeface="DejaVu Sans"/>
                <a:cs typeface="DejaVu Sans"/>
              </a:defRPr>
            </a:pPr>
            <a:r>
              <a:rPr sz="1050" b="0">
                <a:solidFill>
                  <a:srgbClr val="526577"/>
                </a:solidFill>
                <a:latin typeface="DejaVu Sans"/>
                <a:ea typeface="DejaVu Sans"/>
                <a:cs typeface="DejaVu Sans"/>
              </a:rPr>
              <a:t>14</a:t>
            </a:r>
          </a:p>
        </p:txBody>
      </p:sp>
      <p:graphicFrame>
        <p:nvGraphicFramePr>
          <p:cNvPr id="4" name="Chart">
            <a:extLst xmlns:a="http://schemas.openxmlformats.org/drawingml/2006/main">
              <a:ext uri="{FF2B5EF4-FFF2-40B4-BE49-F238E27FC236}">
                <a16:creationId xmlns:a16="http://schemas.microsoft.com/office/drawing/2014/main" id="{CCF11E3A-877B-4B2A-AA95-BEE8F1BAA569}"/>
              </a:ext>
            </a:extLst>
          </p:cNvPr>
          <p:cNvGraphicFramePr/>
          <p:nvPr/>
        </p:nvGraphicFramePr>
        <p:xfrm>
          <a:off xmlns:a="http://schemas.openxmlformats.org/drawingml/2006/main" x="514350" y="1771650"/>
          <a:ext xmlns:a="http://schemas.openxmlformats.org/drawingml/2006/main" cx="11144250" cy="3429000"/>
        </p:xfrm>
        <a:graphic xmlns:a="http://schemas.openxmlformats.org/drawingml/2006/main">
          <a:graphicData uri="http://schemas.openxmlformats.org/drawingml/2006/chart">
            <c:chart xmlns:r="http://schemas.openxmlformats.org/officeDocument/2006/relationships" xmlns:c="http://schemas.openxmlformats.org/drawingml/2006/chart" r:id="R22cbfac1c91e477c"/>
          </a:graphicData>
        </a:graphic>
      </p:graphicFrame>
      <p:sp>
        <p:nvSpPr>
          <p:cNvPr id="5" name="text-3">
            <a:extLst xmlns:a="http://schemas.openxmlformats.org/drawingml/2006/main">
              <a:ext uri="{FF2B5EF4-FFF2-40B4-BE49-F238E27FC236}">
                <a16:creationId xmlns:a16="http://schemas.microsoft.com/office/drawing/2014/main" id="{7B5226EE-D6B4-43F0-9353-5E745F56392D}"/>
              </a:ext>
            </a:extLst>
          </p:cNvPr>
          <p:cNvSpPr>
            <a:spLocks xmlns:a="http://schemas.openxmlformats.org/drawingml/2006/main" noGrp="1"/>
          </p:cNvSpPr>
          <p:nvPr/>
        </p:nvSpPr>
        <p:spPr>
          <a:xfrm xmlns:a="http://schemas.openxmlformats.org/drawingml/2006/main">
            <a:off x="533400" y="5495925"/>
            <a:ext cx="1095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00" b="1">
                <a:solidFill>
                  <a:srgbClr val="177E82"/>
                </a:solidFill>
                <a:latin typeface="DejaVu Sans"/>
                <a:ea typeface="DejaVu Sans"/>
                <a:cs typeface="DejaVu Sans"/>
              </a:defRPr>
            </a:defPPr>
            <a:lvl1pPr>
              <a:defRPr sz="1200" b="1">
                <a:solidFill>
                  <a:srgbClr val="177E82"/>
                </a:solidFill>
                <a:latin typeface="DejaVu Sans"/>
                <a:ea typeface="DejaVu Sans"/>
                <a:cs typeface="DejaVu Sans"/>
              </a:defRPr>
            </a:lvl1pPr>
            <a:lvl2pPr>
              <a:defRPr sz="1200" b="1">
                <a:solidFill>
                  <a:srgbClr val="177E82"/>
                </a:solidFill>
                <a:latin typeface="DejaVu Sans"/>
                <a:ea typeface="DejaVu Sans"/>
                <a:cs typeface="DejaVu Sans"/>
              </a:defRPr>
            </a:lvl2pPr>
            <a:lvl3pPr>
              <a:defRPr sz="1200" b="1">
                <a:solidFill>
                  <a:srgbClr val="177E82"/>
                </a:solidFill>
                <a:latin typeface="DejaVu Sans"/>
                <a:ea typeface="DejaVu Sans"/>
                <a:cs typeface="DejaVu Sans"/>
              </a:defRPr>
            </a:lvl3pPr>
            <a:lvl4pPr>
              <a:defRPr sz="1200" b="1">
                <a:solidFill>
                  <a:srgbClr val="177E82"/>
                </a:solidFill>
                <a:latin typeface="DejaVu Sans"/>
                <a:ea typeface="DejaVu Sans"/>
                <a:cs typeface="DejaVu Sans"/>
              </a:defRPr>
            </a:lvl4pPr>
            <a:lvl5pPr>
              <a:defRPr sz="1200" b="1">
                <a:solidFill>
                  <a:srgbClr val="177E82"/>
                </a:solidFill>
                <a:latin typeface="DejaVu Sans"/>
                <a:ea typeface="DejaVu Sans"/>
                <a:cs typeface="DejaVu Sans"/>
              </a:defRPr>
            </a:lvl5pPr>
            <a:lvl6pPr>
              <a:defRPr sz="1200" b="1">
                <a:solidFill>
                  <a:srgbClr val="177E82"/>
                </a:solidFill>
                <a:latin typeface="DejaVu Sans"/>
                <a:ea typeface="DejaVu Sans"/>
                <a:cs typeface="DejaVu Sans"/>
              </a:defRPr>
            </a:lvl6pPr>
            <a:lvl7pPr>
              <a:defRPr sz="1200" b="1">
                <a:solidFill>
                  <a:srgbClr val="177E82"/>
                </a:solidFill>
                <a:latin typeface="DejaVu Sans"/>
                <a:ea typeface="DejaVu Sans"/>
                <a:cs typeface="DejaVu Sans"/>
              </a:defRPr>
            </a:lvl7pPr>
            <a:lvl8pPr>
              <a:defRPr sz="1200" b="1">
                <a:solidFill>
                  <a:srgbClr val="177E82"/>
                </a:solidFill>
                <a:latin typeface="DejaVu Sans"/>
                <a:ea typeface="DejaVu Sans"/>
                <a:cs typeface="DejaVu Sans"/>
              </a:defRPr>
            </a:lvl8pPr>
            <a:lvl9pPr>
              <a:defRPr sz="1200" b="1">
                <a:solidFill>
                  <a:srgbClr val="177E82"/>
                </a:solidFill>
                <a:latin typeface="DejaVu Sans"/>
                <a:ea typeface="DejaVu Sans"/>
                <a:cs typeface="DejaVu Sans"/>
              </a:defRPr>
            </a:lvl9pPr>
          </a:lstStyle>
          <a:p xmlns:a="http://schemas.openxmlformats.org/drawingml/2006/main">
            <a:pPr>
              <a:defRPr sz="1200" b="1">
                <a:solidFill>
                  <a:srgbClr val="177E82"/>
                </a:solidFill>
                <a:latin typeface="DejaVu Sans"/>
                <a:ea typeface="DejaVu Sans"/>
                <a:cs typeface="DejaVu Sans"/>
              </a:defRPr>
            </a:pPr>
            <a:r>
              <a:rPr sz="1200" b="1">
                <a:solidFill>
                  <a:srgbClr val="177E82"/>
                </a:solidFill>
                <a:latin typeface="DejaVu Sans"/>
                <a:ea typeface="DejaVu Sans"/>
                <a:cs typeface="DejaVu Sans"/>
              </a:rPr>
              <a:t>PROPOSED SUPPORT</a:t>
            </a:r>
          </a:p>
        </p:txBody>
      </p:sp>
      <p:sp>
        <p:nvSpPr>
          <p:cNvPr id="6" name="text-4">
            <a:extLst xmlns:a="http://schemas.openxmlformats.org/drawingml/2006/main">
              <a:ext uri="{FF2B5EF4-FFF2-40B4-BE49-F238E27FC236}">
                <a16:creationId xmlns:a16="http://schemas.microsoft.com/office/drawing/2014/main" id="{76156257-EE44-4F21-8025-7386DC1D655F}"/>
              </a:ext>
            </a:extLst>
          </p:cNvPr>
          <p:cNvSpPr>
            <a:spLocks xmlns:a="http://schemas.openxmlformats.org/drawingml/2006/main" noGrp="1"/>
          </p:cNvSpPr>
          <p:nvPr/>
        </p:nvSpPr>
        <p:spPr>
          <a:xfrm xmlns:a="http://schemas.openxmlformats.org/drawingml/2006/main">
            <a:off x="533400" y="5810250"/>
            <a:ext cx="109537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725" b="0">
                <a:solidFill>
                  <a:srgbClr val="132D40"/>
                </a:solidFill>
                <a:latin typeface="DejaVu Sans"/>
                <a:ea typeface="DejaVu Sans"/>
                <a:cs typeface="DejaVu Sans"/>
              </a:defRPr>
            </a:defPPr>
            <a:lvl1pPr>
              <a:defRPr sz="1725" b="0">
                <a:solidFill>
                  <a:srgbClr val="132D40"/>
                </a:solidFill>
                <a:latin typeface="DejaVu Sans"/>
                <a:ea typeface="DejaVu Sans"/>
                <a:cs typeface="DejaVu Sans"/>
              </a:defRPr>
            </a:lvl1pPr>
            <a:lvl2pPr>
              <a:defRPr sz="1725" b="0">
                <a:solidFill>
                  <a:srgbClr val="132D40"/>
                </a:solidFill>
                <a:latin typeface="DejaVu Sans"/>
                <a:ea typeface="DejaVu Sans"/>
                <a:cs typeface="DejaVu Sans"/>
              </a:defRPr>
            </a:lvl2pPr>
            <a:lvl3pPr>
              <a:defRPr sz="1725" b="0">
                <a:solidFill>
                  <a:srgbClr val="132D40"/>
                </a:solidFill>
                <a:latin typeface="DejaVu Sans"/>
                <a:ea typeface="DejaVu Sans"/>
                <a:cs typeface="DejaVu Sans"/>
              </a:defRPr>
            </a:lvl3pPr>
            <a:lvl4pPr>
              <a:defRPr sz="1725" b="0">
                <a:solidFill>
                  <a:srgbClr val="132D40"/>
                </a:solidFill>
                <a:latin typeface="DejaVu Sans"/>
                <a:ea typeface="DejaVu Sans"/>
                <a:cs typeface="DejaVu Sans"/>
              </a:defRPr>
            </a:lvl4pPr>
            <a:lvl5pPr>
              <a:defRPr sz="1725" b="0">
                <a:solidFill>
                  <a:srgbClr val="132D40"/>
                </a:solidFill>
                <a:latin typeface="DejaVu Sans"/>
                <a:ea typeface="DejaVu Sans"/>
                <a:cs typeface="DejaVu Sans"/>
              </a:defRPr>
            </a:lvl5pPr>
            <a:lvl6pPr>
              <a:defRPr sz="1725" b="0">
                <a:solidFill>
                  <a:srgbClr val="132D40"/>
                </a:solidFill>
                <a:latin typeface="DejaVu Sans"/>
                <a:ea typeface="DejaVu Sans"/>
                <a:cs typeface="DejaVu Sans"/>
              </a:defRPr>
            </a:lvl6pPr>
            <a:lvl7pPr>
              <a:defRPr sz="1725" b="0">
                <a:solidFill>
                  <a:srgbClr val="132D40"/>
                </a:solidFill>
                <a:latin typeface="DejaVu Sans"/>
                <a:ea typeface="DejaVu Sans"/>
                <a:cs typeface="DejaVu Sans"/>
              </a:defRPr>
            </a:lvl7pPr>
            <a:lvl8pPr>
              <a:defRPr sz="1725" b="0">
                <a:solidFill>
                  <a:srgbClr val="132D40"/>
                </a:solidFill>
                <a:latin typeface="DejaVu Sans"/>
                <a:ea typeface="DejaVu Sans"/>
                <a:cs typeface="DejaVu Sans"/>
              </a:defRPr>
            </a:lvl8pPr>
            <a:lvl9pPr>
              <a:defRPr sz="1725" b="0">
                <a:solidFill>
                  <a:srgbClr val="132D40"/>
                </a:solidFill>
                <a:latin typeface="DejaVu Sans"/>
                <a:ea typeface="DejaVu Sans"/>
                <a:cs typeface="DejaVu Sans"/>
              </a:defRPr>
            </a:lvl9pPr>
          </a:lstStyle>
          <a:p xmlns:a="http://schemas.openxmlformats.org/drawingml/2006/main">
            <a:pPr>
              <a:defRPr sz="1725" b="0">
                <a:solidFill>
                  <a:srgbClr val="132D40"/>
                </a:solidFill>
                <a:latin typeface="DejaVu Sans"/>
                <a:ea typeface="DejaVu Sans"/>
                <a:cs typeface="DejaVu Sans"/>
              </a:defRPr>
            </a:pPr>
            <a:r>
              <a:rPr sz="1725" b="0">
                <a:solidFill>
                  <a:srgbClr val="132D40"/>
                </a:solidFill>
                <a:latin typeface="DejaVu Sans"/>
                <a:ea typeface="DejaVu Sans"/>
                <a:cs typeface="DejaVu Sans"/>
              </a:rPr>
              <a:t>Follow sustained declines relative to the student’s prior activity. Offer contact and a plan to regain progress.</a:t>
            </a:r>
          </a:p>
        </p:txBody>
      </p:sp>
    </p:spTree>
    <p:extLst>
      <p:ext uri="{BB962C8B-B14F-4D97-AF65-F5344CB8AC3E}">
        <p14:creationId xmlns:p14="http://schemas.microsoft.com/office/powerpoint/2010/main" val="918843203"/>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81043D7A-C7B9-46E7-A42A-F027AA1457ED}"/>
              </a:ext>
            </a:extLst>
          </p:cNvPr>
          <p:cNvSpPr>
            <a:spLocks xmlns:a="http://schemas.openxmlformats.org/drawingml/2006/main" noGrp="1"/>
          </p:cNvSpPr>
          <p:nvPr/>
        </p:nvSpPr>
        <p:spPr>
          <a:xfrm xmlns:a="http://schemas.openxmlformats.org/drawingml/2006/main">
            <a:off x="514350" y="323850"/>
            <a:ext cx="111633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000" b="1">
                <a:solidFill>
                  <a:srgbClr val="132D40"/>
                </a:solidFill>
                <a:latin typeface="DejaVu Sans"/>
                <a:ea typeface="DejaVu Sans"/>
                <a:cs typeface="DejaVu Sans"/>
              </a:defRPr>
            </a:defPPr>
            <a:lvl1pPr>
              <a:defRPr sz="3000" b="1">
                <a:solidFill>
                  <a:srgbClr val="132D40"/>
                </a:solidFill>
                <a:latin typeface="DejaVu Sans"/>
                <a:ea typeface="DejaVu Sans"/>
                <a:cs typeface="DejaVu Sans"/>
              </a:defRPr>
            </a:lvl1pPr>
            <a:lvl2pPr>
              <a:defRPr sz="3000" b="1">
                <a:solidFill>
                  <a:srgbClr val="132D40"/>
                </a:solidFill>
                <a:latin typeface="DejaVu Sans"/>
                <a:ea typeface="DejaVu Sans"/>
                <a:cs typeface="DejaVu Sans"/>
              </a:defRPr>
            </a:lvl2pPr>
            <a:lvl3pPr>
              <a:defRPr sz="3000" b="1">
                <a:solidFill>
                  <a:srgbClr val="132D40"/>
                </a:solidFill>
                <a:latin typeface="DejaVu Sans"/>
                <a:ea typeface="DejaVu Sans"/>
                <a:cs typeface="DejaVu Sans"/>
              </a:defRPr>
            </a:lvl3pPr>
            <a:lvl4pPr>
              <a:defRPr sz="3000" b="1">
                <a:solidFill>
                  <a:srgbClr val="132D40"/>
                </a:solidFill>
                <a:latin typeface="DejaVu Sans"/>
                <a:ea typeface="DejaVu Sans"/>
                <a:cs typeface="DejaVu Sans"/>
              </a:defRPr>
            </a:lvl4pPr>
            <a:lvl5pPr>
              <a:defRPr sz="3000" b="1">
                <a:solidFill>
                  <a:srgbClr val="132D40"/>
                </a:solidFill>
                <a:latin typeface="DejaVu Sans"/>
                <a:ea typeface="DejaVu Sans"/>
                <a:cs typeface="DejaVu Sans"/>
              </a:defRPr>
            </a:lvl5pPr>
            <a:lvl6pPr>
              <a:defRPr sz="3000" b="1">
                <a:solidFill>
                  <a:srgbClr val="132D40"/>
                </a:solidFill>
                <a:latin typeface="DejaVu Sans"/>
                <a:ea typeface="DejaVu Sans"/>
                <a:cs typeface="DejaVu Sans"/>
              </a:defRPr>
            </a:lvl6pPr>
            <a:lvl7pPr>
              <a:defRPr sz="3000" b="1">
                <a:solidFill>
                  <a:srgbClr val="132D40"/>
                </a:solidFill>
                <a:latin typeface="DejaVu Sans"/>
                <a:ea typeface="DejaVu Sans"/>
                <a:cs typeface="DejaVu Sans"/>
              </a:defRPr>
            </a:lvl7pPr>
            <a:lvl8pPr>
              <a:defRPr sz="3000" b="1">
                <a:solidFill>
                  <a:srgbClr val="132D40"/>
                </a:solidFill>
                <a:latin typeface="DejaVu Sans"/>
                <a:ea typeface="DejaVu Sans"/>
                <a:cs typeface="DejaVu Sans"/>
              </a:defRPr>
            </a:lvl8pPr>
            <a:lvl9pPr>
              <a:defRPr sz="3000" b="1">
                <a:solidFill>
                  <a:srgbClr val="132D40"/>
                </a:solidFill>
                <a:latin typeface="DejaVu Sans"/>
                <a:ea typeface="DejaVu Sans"/>
                <a:cs typeface="DejaVu Sans"/>
              </a:defRPr>
            </a:lvl9pPr>
          </a:lstStyle>
          <a:p xmlns:a="http://schemas.openxmlformats.org/drawingml/2006/main">
            <a:pPr>
              <a:defRPr sz="3000" b="1">
                <a:solidFill>
                  <a:srgbClr val="132D40"/>
                </a:solidFill>
                <a:latin typeface="DejaVu Sans"/>
                <a:ea typeface="DejaVu Sans"/>
                <a:cs typeface="DejaVu Sans"/>
              </a:defRPr>
            </a:pPr>
            <a:r>
              <a:rPr sz="3000" b="1">
                <a:solidFill>
                  <a:srgbClr val="132D40"/>
                </a:solidFill>
                <a:latin typeface="DejaVu Sans"/>
                <a:ea typeface="DejaVu Sans"/>
                <a:cs typeface="DejaVu Sans"/>
              </a:rPr>
              <a:t>Submission adds information beyond engagement</a:t>
            </a:r>
          </a:p>
        </p:txBody>
      </p:sp>
      <p:sp>
        <p:nvSpPr>
          <p:cNvPr id="2" name="text-1">
            <a:extLst xmlns:a="http://schemas.openxmlformats.org/drawingml/2006/main">
              <a:ext uri="{FF2B5EF4-FFF2-40B4-BE49-F238E27FC236}">
                <a16:creationId xmlns:a16="http://schemas.microsoft.com/office/drawing/2014/main" id="{81588A33-EF4B-4B54-9C12-1BC5227946EF}"/>
              </a:ext>
            </a:extLst>
          </p:cNvPr>
          <p:cNvSpPr>
            <a:spLocks xmlns:a="http://schemas.openxmlformats.org/drawingml/2006/main" noGrp="1"/>
          </p:cNvSpPr>
          <p:nvPr/>
        </p:nvSpPr>
        <p:spPr>
          <a:xfrm xmlns:a="http://schemas.openxmlformats.org/drawingml/2006/main">
            <a:off x="533400" y="1362075"/>
            <a:ext cx="1104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500" b="0">
                <a:solidFill>
                  <a:srgbClr val="526577"/>
                </a:solidFill>
                <a:latin typeface="DejaVu Sans"/>
                <a:ea typeface="DejaVu Sans"/>
                <a:cs typeface="DejaVu Sans"/>
              </a:defRPr>
            </a:defPPr>
            <a:lvl1pPr>
              <a:defRPr sz="1500" b="0">
                <a:solidFill>
                  <a:srgbClr val="526577"/>
                </a:solidFill>
                <a:latin typeface="DejaVu Sans"/>
                <a:ea typeface="DejaVu Sans"/>
                <a:cs typeface="DejaVu Sans"/>
              </a:defRPr>
            </a:lvl1pPr>
            <a:lvl2pPr>
              <a:defRPr sz="1500" b="0">
                <a:solidFill>
                  <a:srgbClr val="526577"/>
                </a:solidFill>
                <a:latin typeface="DejaVu Sans"/>
                <a:ea typeface="DejaVu Sans"/>
                <a:cs typeface="DejaVu Sans"/>
              </a:defRPr>
            </a:lvl2pPr>
            <a:lvl3pPr>
              <a:defRPr sz="1500" b="0">
                <a:solidFill>
                  <a:srgbClr val="526577"/>
                </a:solidFill>
                <a:latin typeface="DejaVu Sans"/>
                <a:ea typeface="DejaVu Sans"/>
                <a:cs typeface="DejaVu Sans"/>
              </a:defRPr>
            </a:lvl3pPr>
            <a:lvl4pPr>
              <a:defRPr sz="1500" b="0">
                <a:solidFill>
                  <a:srgbClr val="526577"/>
                </a:solidFill>
                <a:latin typeface="DejaVu Sans"/>
                <a:ea typeface="DejaVu Sans"/>
                <a:cs typeface="DejaVu Sans"/>
              </a:defRPr>
            </a:lvl4pPr>
            <a:lvl5pPr>
              <a:defRPr sz="1500" b="0">
                <a:solidFill>
                  <a:srgbClr val="526577"/>
                </a:solidFill>
                <a:latin typeface="DejaVu Sans"/>
                <a:ea typeface="DejaVu Sans"/>
                <a:cs typeface="DejaVu Sans"/>
              </a:defRPr>
            </a:lvl5pPr>
            <a:lvl6pPr>
              <a:defRPr sz="1500" b="0">
                <a:solidFill>
                  <a:srgbClr val="526577"/>
                </a:solidFill>
                <a:latin typeface="DejaVu Sans"/>
                <a:ea typeface="DejaVu Sans"/>
                <a:cs typeface="DejaVu Sans"/>
              </a:defRPr>
            </a:lvl6pPr>
            <a:lvl7pPr>
              <a:defRPr sz="1500" b="0">
                <a:solidFill>
                  <a:srgbClr val="526577"/>
                </a:solidFill>
                <a:latin typeface="DejaVu Sans"/>
                <a:ea typeface="DejaVu Sans"/>
                <a:cs typeface="DejaVu Sans"/>
              </a:defRPr>
            </a:lvl7pPr>
            <a:lvl8pPr>
              <a:defRPr sz="1500" b="0">
                <a:solidFill>
                  <a:srgbClr val="526577"/>
                </a:solidFill>
                <a:latin typeface="DejaVu Sans"/>
                <a:ea typeface="DejaVu Sans"/>
                <a:cs typeface="DejaVu Sans"/>
              </a:defRPr>
            </a:lvl8pPr>
            <a:lvl9pPr>
              <a:defRPr sz="1500" b="0">
                <a:solidFill>
                  <a:srgbClr val="526577"/>
                </a:solidFill>
                <a:latin typeface="DejaVu Sans"/>
                <a:ea typeface="DejaVu Sans"/>
                <a:cs typeface="DejaVu Sans"/>
              </a:defRPr>
            </a:lvl9pPr>
          </a:lstStyle>
          <a:p xmlns:a="http://schemas.openxmlformats.org/drawingml/2006/main">
            <a:pPr>
              <a:defRPr sz="1500" b="0">
                <a:solidFill>
                  <a:srgbClr val="526577"/>
                </a:solidFill>
                <a:latin typeface="DejaVu Sans"/>
                <a:ea typeface="DejaVu Sans"/>
                <a:cs typeface="DejaVu Sans"/>
              </a:defRPr>
            </a:pPr>
            <a:r>
              <a:rPr sz="1500" b="0">
                <a:solidFill>
                  <a:srgbClr val="526577"/>
                </a:solidFill>
                <a:latin typeface="DejaVu Sans"/>
                <a:ea typeface="DejaVu Sans"/>
                <a:cs typeface="DejaVu Sans"/>
              </a:rPr>
              <a:t>Success rates by joint early engagement and submission group</a:t>
            </a:r>
          </a:p>
        </p:txBody>
      </p:sp>
      <p:sp>
        <p:nvSpPr>
          <p:cNvPr id="3" name="text-2">
            <a:extLst xmlns:a="http://schemas.openxmlformats.org/drawingml/2006/main">
              <a:ext uri="{FF2B5EF4-FFF2-40B4-BE49-F238E27FC236}">
                <a16:creationId xmlns:a16="http://schemas.microsoft.com/office/drawing/2014/main" id="{08E1E2D2-B0B5-4EE0-858D-50E1111669E6}"/>
              </a:ext>
            </a:extLst>
          </p:cNvPr>
          <p:cNvSpPr>
            <a:spLocks xmlns:a="http://schemas.openxmlformats.org/drawingml/2006/main" noGrp="1"/>
          </p:cNvSpPr>
          <p:nvPr/>
        </p:nvSpPr>
        <p:spPr>
          <a:xfrm xmlns:a="http://schemas.openxmlformats.org/drawingml/2006/main">
            <a:off x="11334750" y="6477000"/>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050" b="0">
                <a:solidFill>
                  <a:srgbClr val="526577"/>
                </a:solidFill>
                <a:latin typeface="DejaVu Sans"/>
                <a:ea typeface="DejaVu Sans"/>
                <a:cs typeface="DejaVu Sans"/>
              </a:defRPr>
            </a:defPPr>
            <a:lvl1pPr>
              <a:defRPr sz="1050" b="0">
                <a:solidFill>
                  <a:srgbClr val="526577"/>
                </a:solidFill>
                <a:latin typeface="DejaVu Sans"/>
                <a:ea typeface="DejaVu Sans"/>
                <a:cs typeface="DejaVu Sans"/>
              </a:defRPr>
            </a:lvl1pPr>
            <a:lvl2pPr>
              <a:defRPr sz="1050" b="0">
                <a:solidFill>
                  <a:srgbClr val="526577"/>
                </a:solidFill>
                <a:latin typeface="DejaVu Sans"/>
                <a:ea typeface="DejaVu Sans"/>
                <a:cs typeface="DejaVu Sans"/>
              </a:defRPr>
            </a:lvl2pPr>
            <a:lvl3pPr>
              <a:defRPr sz="1050" b="0">
                <a:solidFill>
                  <a:srgbClr val="526577"/>
                </a:solidFill>
                <a:latin typeface="DejaVu Sans"/>
                <a:ea typeface="DejaVu Sans"/>
                <a:cs typeface="DejaVu Sans"/>
              </a:defRPr>
            </a:lvl3pPr>
            <a:lvl4pPr>
              <a:defRPr sz="1050" b="0">
                <a:solidFill>
                  <a:srgbClr val="526577"/>
                </a:solidFill>
                <a:latin typeface="DejaVu Sans"/>
                <a:ea typeface="DejaVu Sans"/>
                <a:cs typeface="DejaVu Sans"/>
              </a:defRPr>
            </a:lvl4pPr>
            <a:lvl5pPr>
              <a:defRPr sz="1050" b="0">
                <a:solidFill>
                  <a:srgbClr val="526577"/>
                </a:solidFill>
                <a:latin typeface="DejaVu Sans"/>
                <a:ea typeface="DejaVu Sans"/>
                <a:cs typeface="DejaVu Sans"/>
              </a:defRPr>
            </a:lvl5pPr>
            <a:lvl6pPr>
              <a:defRPr sz="1050" b="0">
                <a:solidFill>
                  <a:srgbClr val="526577"/>
                </a:solidFill>
                <a:latin typeface="DejaVu Sans"/>
                <a:ea typeface="DejaVu Sans"/>
                <a:cs typeface="DejaVu Sans"/>
              </a:defRPr>
            </a:lvl6pPr>
            <a:lvl7pPr>
              <a:defRPr sz="1050" b="0">
                <a:solidFill>
                  <a:srgbClr val="526577"/>
                </a:solidFill>
                <a:latin typeface="DejaVu Sans"/>
                <a:ea typeface="DejaVu Sans"/>
                <a:cs typeface="DejaVu Sans"/>
              </a:defRPr>
            </a:lvl7pPr>
            <a:lvl8pPr>
              <a:defRPr sz="1050" b="0">
                <a:solidFill>
                  <a:srgbClr val="526577"/>
                </a:solidFill>
                <a:latin typeface="DejaVu Sans"/>
                <a:ea typeface="DejaVu Sans"/>
                <a:cs typeface="DejaVu Sans"/>
              </a:defRPr>
            </a:lvl8pPr>
            <a:lvl9pPr>
              <a:defRPr sz="1050" b="0">
                <a:solidFill>
                  <a:srgbClr val="526577"/>
                </a:solidFill>
                <a:latin typeface="DejaVu Sans"/>
                <a:ea typeface="DejaVu Sans"/>
                <a:cs typeface="DejaVu Sans"/>
              </a:defRPr>
            </a:lvl9pPr>
          </a:lstStyle>
          <a:p xmlns:a="http://schemas.openxmlformats.org/drawingml/2006/main">
            <a:pPr>
              <a:defRPr sz="1050" b="0">
                <a:solidFill>
                  <a:srgbClr val="526577"/>
                </a:solidFill>
                <a:latin typeface="DejaVu Sans"/>
                <a:ea typeface="DejaVu Sans"/>
                <a:cs typeface="DejaVu Sans"/>
              </a:defRPr>
            </a:pPr>
            <a:r>
              <a:rPr sz="1050" b="0">
                <a:solidFill>
                  <a:srgbClr val="526577"/>
                </a:solidFill>
                <a:latin typeface="DejaVu Sans"/>
                <a:ea typeface="DejaVu Sans"/>
                <a:cs typeface="DejaVu Sans"/>
              </a:rPr>
              <a:t>15</a:t>
            </a:r>
          </a:p>
        </p:txBody>
      </p:sp>
      <p:graphicFrame>
        <p:nvGraphicFramePr>
          <p:cNvPr id="4" name="Chart">
            <a:extLst xmlns:a="http://schemas.openxmlformats.org/drawingml/2006/main">
              <a:ext uri="{FF2B5EF4-FFF2-40B4-BE49-F238E27FC236}">
                <a16:creationId xmlns:a16="http://schemas.microsoft.com/office/drawing/2014/main" id="{42F22D88-88C9-40B8-802E-EFCFF83D6264}"/>
              </a:ext>
            </a:extLst>
          </p:cNvPr>
          <p:cNvGraphicFramePr/>
          <p:nvPr/>
        </p:nvGraphicFramePr>
        <p:xfrm>
          <a:off xmlns:a="http://schemas.openxmlformats.org/drawingml/2006/main" x="514350" y="1762125"/>
          <a:ext xmlns:a="http://schemas.openxmlformats.org/drawingml/2006/main" cx="11144250" cy="3381375"/>
        </p:xfrm>
        <a:graphic xmlns:a="http://schemas.openxmlformats.org/drawingml/2006/main">
          <a:graphicData uri="http://schemas.openxmlformats.org/drawingml/2006/chart">
            <c:chart xmlns:r="http://schemas.openxmlformats.org/officeDocument/2006/relationships" xmlns:c="http://schemas.openxmlformats.org/drawingml/2006/chart" r:id="Rff19ada4bba94de1"/>
          </a:graphicData>
        </a:graphic>
      </p:graphicFrame>
      <p:sp>
        <p:nvSpPr>
          <p:cNvPr id="5" name="text-3">
            <a:extLst xmlns:a="http://schemas.openxmlformats.org/drawingml/2006/main">
              <a:ext uri="{FF2B5EF4-FFF2-40B4-BE49-F238E27FC236}">
                <a16:creationId xmlns:a16="http://schemas.microsoft.com/office/drawing/2014/main" id="{1C9BF0C3-CB5C-4C92-8C71-8ADF9667A29F}"/>
              </a:ext>
            </a:extLst>
          </p:cNvPr>
          <p:cNvSpPr>
            <a:spLocks xmlns:a="http://schemas.openxmlformats.org/drawingml/2006/main" noGrp="1"/>
          </p:cNvSpPr>
          <p:nvPr/>
        </p:nvSpPr>
        <p:spPr>
          <a:xfrm xmlns:a="http://schemas.openxmlformats.org/drawingml/2006/main">
            <a:off x="533400" y="5495925"/>
            <a:ext cx="1095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00" b="1">
                <a:solidFill>
                  <a:srgbClr val="177E82"/>
                </a:solidFill>
                <a:latin typeface="DejaVu Sans"/>
                <a:ea typeface="DejaVu Sans"/>
                <a:cs typeface="DejaVu Sans"/>
              </a:defRPr>
            </a:defPPr>
            <a:lvl1pPr>
              <a:defRPr sz="1200" b="1">
                <a:solidFill>
                  <a:srgbClr val="177E82"/>
                </a:solidFill>
                <a:latin typeface="DejaVu Sans"/>
                <a:ea typeface="DejaVu Sans"/>
                <a:cs typeface="DejaVu Sans"/>
              </a:defRPr>
            </a:lvl1pPr>
            <a:lvl2pPr>
              <a:defRPr sz="1200" b="1">
                <a:solidFill>
                  <a:srgbClr val="177E82"/>
                </a:solidFill>
                <a:latin typeface="DejaVu Sans"/>
                <a:ea typeface="DejaVu Sans"/>
                <a:cs typeface="DejaVu Sans"/>
              </a:defRPr>
            </a:lvl2pPr>
            <a:lvl3pPr>
              <a:defRPr sz="1200" b="1">
                <a:solidFill>
                  <a:srgbClr val="177E82"/>
                </a:solidFill>
                <a:latin typeface="DejaVu Sans"/>
                <a:ea typeface="DejaVu Sans"/>
                <a:cs typeface="DejaVu Sans"/>
              </a:defRPr>
            </a:lvl3pPr>
            <a:lvl4pPr>
              <a:defRPr sz="1200" b="1">
                <a:solidFill>
                  <a:srgbClr val="177E82"/>
                </a:solidFill>
                <a:latin typeface="DejaVu Sans"/>
                <a:ea typeface="DejaVu Sans"/>
                <a:cs typeface="DejaVu Sans"/>
              </a:defRPr>
            </a:lvl4pPr>
            <a:lvl5pPr>
              <a:defRPr sz="1200" b="1">
                <a:solidFill>
                  <a:srgbClr val="177E82"/>
                </a:solidFill>
                <a:latin typeface="DejaVu Sans"/>
                <a:ea typeface="DejaVu Sans"/>
                <a:cs typeface="DejaVu Sans"/>
              </a:defRPr>
            </a:lvl5pPr>
            <a:lvl6pPr>
              <a:defRPr sz="1200" b="1">
                <a:solidFill>
                  <a:srgbClr val="177E82"/>
                </a:solidFill>
                <a:latin typeface="DejaVu Sans"/>
                <a:ea typeface="DejaVu Sans"/>
                <a:cs typeface="DejaVu Sans"/>
              </a:defRPr>
            </a:lvl6pPr>
            <a:lvl7pPr>
              <a:defRPr sz="1200" b="1">
                <a:solidFill>
                  <a:srgbClr val="177E82"/>
                </a:solidFill>
                <a:latin typeface="DejaVu Sans"/>
                <a:ea typeface="DejaVu Sans"/>
                <a:cs typeface="DejaVu Sans"/>
              </a:defRPr>
            </a:lvl7pPr>
            <a:lvl8pPr>
              <a:defRPr sz="1200" b="1">
                <a:solidFill>
                  <a:srgbClr val="177E82"/>
                </a:solidFill>
                <a:latin typeface="DejaVu Sans"/>
                <a:ea typeface="DejaVu Sans"/>
                <a:cs typeface="DejaVu Sans"/>
              </a:defRPr>
            </a:lvl8pPr>
            <a:lvl9pPr>
              <a:defRPr sz="1200" b="1">
                <a:solidFill>
                  <a:srgbClr val="177E82"/>
                </a:solidFill>
                <a:latin typeface="DejaVu Sans"/>
                <a:ea typeface="DejaVu Sans"/>
                <a:cs typeface="DejaVu Sans"/>
              </a:defRPr>
            </a:lvl9pPr>
          </a:lstStyle>
          <a:p xmlns:a="http://schemas.openxmlformats.org/drawingml/2006/main">
            <a:pPr>
              <a:defRPr sz="1200" b="1">
                <a:solidFill>
                  <a:srgbClr val="177E82"/>
                </a:solidFill>
                <a:latin typeface="DejaVu Sans"/>
                <a:ea typeface="DejaVu Sans"/>
                <a:cs typeface="DejaVu Sans"/>
              </a:defRPr>
            </a:pPr>
            <a:r>
              <a:rPr sz="1200" b="1">
                <a:solidFill>
                  <a:srgbClr val="177E82"/>
                </a:solidFill>
                <a:latin typeface="DejaVu Sans"/>
                <a:ea typeface="DejaVu Sans"/>
                <a:cs typeface="DejaVu Sans"/>
              </a:rPr>
              <a:t>PROPOSED SUPPORT</a:t>
            </a:r>
          </a:p>
        </p:txBody>
      </p:sp>
      <p:sp>
        <p:nvSpPr>
          <p:cNvPr id="6" name="text-4">
            <a:extLst xmlns:a="http://schemas.openxmlformats.org/drawingml/2006/main">
              <a:ext uri="{FF2B5EF4-FFF2-40B4-BE49-F238E27FC236}">
                <a16:creationId xmlns:a16="http://schemas.microsoft.com/office/drawing/2014/main" id="{F693A436-A8AA-4777-B6F5-21681D0B6BFA}"/>
              </a:ext>
            </a:extLst>
          </p:cNvPr>
          <p:cNvSpPr>
            <a:spLocks xmlns:a="http://schemas.openxmlformats.org/drawingml/2006/main" noGrp="1"/>
          </p:cNvSpPr>
          <p:nvPr/>
        </p:nvSpPr>
        <p:spPr>
          <a:xfrm xmlns:a="http://schemas.openxmlformats.org/drawingml/2006/main">
            <a:off x="533400" y="5810250"/>
            <a:ext cx="109537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725" b="0">
                <a:solidFill>
                  <a:srgbClr val="132D40"/>
                </a:solidFill>
                <a:latin typeface="DejaVu Sans"/>
                <a:ea typeface="DejaVu Sans"/>
                <a:cs typeface="DejaVu Sans"/>
              </a:defRPr>
            </a:defPPr>
            <a:lvl1pPr>
              <a:defRPr sz="1725" b="0">
                <a:solidFill>
                  <a:srgbClr val="132D40"/>
                </a:solidFill>
                <a:latin typeface="DejaVu Sans"/>
                <a:ea typeface="DejaVu Sans"/>
                <a:cs typeface="DejaVu Sans"/>
              </a:defRPr>
            </a:lvl1pPr>
            <a:lvl2pPr>
              <a:defRPr sz="1725" b="0">
                <a:solidFill>
                  <a:srgbClr val="132D40"/>
                </a:solidFill>
                <a:latin typeface="DejaVu Sans"/>
                <a:ea typeface="DejaVu Sans"/>
                <a:cs typeface="DejaVu Sans"/>
              </a:defRPr>
            </a:lvl2pPr>
            <a:lvl3pPr>
              <a:defRPr sz="1725" b="0">
                <a:solidFill>
                  <a:srgbClr val="132D40"/>
                </a:solidFill>
                <a:latin typeface="DejaVu Sans"/>
                <a:ea typeface="DejaVu Sans"/>
                <a:cs typeface="DejaVu Sans"/>
              </a:defRPr>
            </a:lvl3pPr>
            <a:lvl4pPr>
              <a:defRPr sz="1725" b="0">
                <a:solidFill>
                  <a:srgbClr val="132D40"/>
                </a:solidFill>
                <a:latin typeface="DejaVu Sans"/>
                <a:ea typeface="DejaVu Sans"/>
                <a:cs typeface="DejaVu Sans"/>
              </a:defRPr>
            </a:lvl4pPr>
            <a:lvl5pPr>
              <a:defRPr sz="1725" b="0">
                <a:solidFill>
                  <a:srgbClr val="132D40"/>
                </a:solidFill>
                <a:latin typeface="DejaVu Sans"/>
                <a:ea typeface="DejaVu Sans"/>
                <a:cs typeface="DejaVu Sans"/>
              </a:defRPr>
            </a:lvl5pPr>
            <a:lvl6pPr>
              <a:defRPr sz="1725" b="0">
                <a:solidFill>
                  <a:srgbClr val="132D40"/>
                </a:solidFill>
                <a:latin typeface="DejaVu Sans"/>
                <a:ea typeface="DejaVu Sans"/>
                <a:cs typeface="DejaVu Sans"/>
              </a:defRPr>
            </a:lvl6pPr>
            <a:lvl7pPr>
              <a:defRPr sz="1725" b="0">
                <a:solidFill>
                  <a:srgbClr val="132D40"/>
                </a:solidFill>
                <a:latin typeface="DejaVu Sans"/>
                <a:ea typeface="DejaVu Sans"/>
                <a:cs typeface="DejaVu Sans"/>
              </a:defRPr>
            </a:lvl7pPr>
            <a:lvl8pPr>
              <a:defRPr sz="1725" b="0">
                <a:solidFill>
                  <a:srgbClr val="132D40"/>
                </a:solidFill>
                <a:latin typeface="DejaVu Sans"/>
                <a:ea typeface="DejaVu Sans"/>
                <a:cs typeface="DejaVu Sans"/>
              </a:defRPr>
            </a:lvl8pPr>
            <a:lvl9pPr>
              <a:defRPr sz="1725" b="0">
                <a:solidFill>
                  <a:srgbClr val="132D40"/>
                </a:solidFill>
                <a:latin typeface="DejaVu Sans"/>
                <a:ea typeface="DejaVu Sans"/>
                <a:cs typeface="DejaVu Sans"/>
              </a:defRPr>
            </a:lvl9pPr>
          </a:lstStyle>
          <a:p xmlns:a="http://schemas.openxmlformats.org/drawingml/2006/main">
            <a:pPr>
              <a:defRPr sz="1725" b="0">
                <a:solidFill>
                  <a:srgbClr val="132D40"/>
                </a:solidFill>
                <a:latin typeface="DejaVu Sans"/>
                <a:ea typeface="DejaVu Sans"/>
                <a:cs typeface="DejaVu Sans"/>
              </a:defRPr>
            </a:pPr>
            <a:r>
              <a:rPr sz="1725" b="0">
                <a:solidFill>
                  <a:srgbClr val="132D40"/>
                </a:solidFill>
                <a:latin typeface="DejaVu Sans"/>
                <a:ea typeface="DejaVu Sans"/>
                <a:cs typeface="DejaVu Sans"/>
              </a:rPr>
              <a:t>High activity with low submission needs assessment support. Low activity and low submission needs priority individual contact.</a:t>
            </a:r>
          </a:p>
        </p:txBody>
      </p:sp>
    </p:spTree>
    <p:extLst>
      <p:ext uri="{BB962C8B-B14F-4D97-AF65-F5344CB8AC3E}">
        <p14:creationId xmlns:p14="http://schemas.microsoft.com/office/powerpoint/2010/main" val="2091123799"/>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7993BA80-8848-49FD-A60E-5D2A4B509B4D}"/>
              </a:ext>
            </a:extLst>
          </p:cNvPr>
          <p:cNvSpPr>
            <a:spLocks xmlns:a="http://schemas.openxmlformats.org/drawingml/2006/main" noGrp="1"/>
          </p:cNvSpPr>
          <p:nvPr/>
        </p:nvSpPr>
        <p:spPr>
          <a:xfrm xmlns:a="http://schemas.openxmlformats.org/drawingml/2006/main">
            <a:off x="514350" y="323850"/>
            <a:ext cx="111633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000" b="1">
                <a:solidFill>
                  <a:srgbClr val="132D40"/>
                </a:solidFill>
                <a:latin typeface="DejaVu Sans"/>
                <a:ea typeface="DejaVu Sans"/>
                <a:cs typeface="DejaVu Sans"/>
              </a:defRPr>
            </a:defPPr>
            <a:lvl1pPr>
              <a:defRPr sz="3000" b="1">
                <a:solidFill>
                  <a:srgbClr val="132D40"/>
                </a:solidFill>
                <a:latin typeface="DejaVu Sans"/>
                <a:ea typeface="DejaVu Sans"/>
                <a:cs typeface="DejaVu Sans"/>
              </a:defRPr>
            </a:lvl1pPr>
            <a:lvl2pPr>
              <a:defRPr sz="3000" b="1">
                <a:solidFill>
                  <a:srgbClr val="132D40"/>
                </a:solidFill>
                <a:latin typeface="DejaVu Sans"/>
                <a:ea typeface="DejaVu Sans"/>
                <a:cs typeface="DejaVu Sans"/>
              </a:defRPr>
            </a:lvl2pPr>
            <a:lvl3pPr>
              <a:defRPr sz="3000" b="1">
                <a:solidFill>
                  <a:srgbClr val="132D40"/>
                </a:solidFill>
                <a:latin typeface="DejaVu Sans"/>
                <a:ea typeface="DejaVu Sans"/>
                <a:cs typeface="DejaVu Sans"/>
              </a:defRPr>
            </a:lvl3pPr>
            <a:lvl4pPr>
              <a:defRPr sz="3000" b="1">
                <a:solidFill>
                  <a:srgbClr val="132D40"/>
                </a:solidFill>
                <a:latin typeface="DejaVu Sans"/>
                <a:ea typeface="DejaVu Sans"/>
                <a:cs typeface="DejaVu Sans"/>
              </a:defRPr>
            </a:lvl4pPr>
            <a:lvl5pPr>
              <a:defRPr sz="3000" b="1">
                <a:solidFill>
                  <a:srgbClr val="132D40"/>
                </a:solidFill>
                <a:latin typeface="DejaVu Sans"/>
                <a:ea typeface="DejaVu Sans"/>
                <a:cs typeface="DejaVu Sans"/>
              </a:defRPr>
            </a:lvl5pPr>
            <a:lvl6pPr>
              <a:defRPr sz="3000" b="1">
                <a:solidFill>
                  <a:srgbClr val="132D40"/>
                </a:solidFill>
                <a:latin typeface="DejaVu Sans"/>
                <a:ea typeface="DejaVu Sans"/>
                <a:cs typeface="DejaVu Sans"/>
              </a:defRPr>
            </a:lvl6pPr>
            <a:lvl7pPr>
              <a:defRPr sz="3000" b="1">
                <a:solidFill>
                  <a:srgbClr val="132D40"/>
                </a:solidFill>
                <a:latin typeface="DejaVu Sans"/>
                <a:ea typeface="DejaVu Sans"/>
                <a:cs typeface="DejaVu Sans"/>
              </a:defRPr>
            </a:lvl7pPr>
            <a:lvl8pPr>
              <a:defRPr sz="3000" b="1">
                <a:solidFill>
                  <a:srgbClr val="132D40"/>
                </a:solidFill>
                <a:latin typeface="DejaVu Sans"/>
                <a:ea typeface="DejaVu Sans"/>
                <a:cs typeface="DejaVu Sans"/>
              </a:defRPr>
            </a:lvl8pPr>
            <a:lvl9pPr>
              <a:defRPr sz="3000" b="1">
                <a:solidFill>
                  <a:srgbClr val="132D40"/>
                </a:solidFill>
                <a:latin typeface="DejaVu Sans"/>
                <a:ea typeface="DejaVu Sans"/>
                <a:cs typeface="DejaVu Sans"/>
              </a:defRPr>
            </a:lvl9pPr>
          </a:lstStyle>
          <a:p xmlns:a="http://schemas.openxmlformats.org/drawingml/2006/main">
            <a:pPr>
              <a:defRPr sz="3000" b="1">
                <a:solidFill>
                  <a:srgbClr val="132D40"/>
                </a:solidFill>
                <a:latin typeface="DejaVu Sans"/>
                <a:ea typeface="DejaVu Sans"/>
                <a:cs typeface="DejaVu Sans"/>
              </a:defRPr>
            </a:pPr>
            <a:r>
              <a:rPr sz="3000" b="1">
                <a:solidFill>
                  <a:srgbClr val="132D40"/>
                </a:solidFill>
                <a:latin typeface="DejaVu Sans"/>
                <a:ea typeface="DejaVu Sans"/>
                <a:cs typeface="DejaVu Sans"/>
              </a:rPr>
              <a:t>Proposed support priorities</a:t>
            </a:r>
          </a:p>
        </p:txBody>
      </p:sp>
      <p:sp>
        <p:nvSpPr>
          <p:cNvPr id="2" name="text-1">
            <a:extLst xmlns:a="http://schemas.openxmlformats.org/drawingml/2006/main">
              <a:ext uri="{FF2B5EF4-FFF2-40B4-BE49-F238E27FC236}">
                <a16:creationId xmlns:a16="http://schemas.microsoft.com/office/drawing/2014/main" id="{5281ACA7-06F8-44CC-9330-9526F6A97453}"/>
              </a:ext>
            </a:extLst>
          </p:cNvPr>
          <p:cNvSpPr>
            <a:spLocks xmlns:a="http://schemas.openxmlformats.org/drawingml/2006/main" noGrp="1"/>
          </p:cNvSpPr>
          <p:nvPr/>
        </p:nvSpPr>
        <p:spPr>
          <a:xfrm xmlns:a="http://schemas.openxmlformats.org/drawingml/2006/main">
            <a:off x="533400" y="1362075"/>
            <a:ext cx="1104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500" b="0">
                <a:solidFill>
                  <a:srgbClr val="526577"/>
                </a:solidFill>
                <a:latin typeface="DejaVu Sans"/>
                <a:ea typeface="DejaVu Sans"/>
                <a:cs typeface="DejaVu Sans"/>
              </a:defRPr>
            </a:defPPr>
            <a:lvl1pPr>
              <a:defRPr sz="1500" b="0">
                <a:solidFill>
                  <a:srgbClr val="526577"/>
                </a:solidFill>
                <a:latin typeface="DejaVu Sans"/>
                <a:ea typeface="DejaVu Sans"/>
                <a:cs typeface="DejaVu Sans"/>
              </a:defRPr>
            </a:lvl1pPr>
            <a:lvl2pPr>
              <a:defRPr sz="1500" b="0">
                <a:solidFill>
                  <a:srgbClr val="526577"/>
                </a:solidFill>
                <a:latin typeface="DejaVu Sans"/>
                <a:ea typeface="DejaVu Sans"/>
                <a:cs typeface="DejaVu Sans"/>
              </a:defRPr>
            </a:lvl2pPr>
            <a:lvl3pPr>
              <a:defRPr sz="1500" b="0">
                <a:solidFill>
                  <a:srgbClr val="526577"/>
                </a:solidFill>
                <a:latin typeface="DejaVu Sans"/>
                <a:ea typeface="DejaVu Sans"/>
                <a:cs typeface="DejaVu Sans"/>
              </a:defRPr>
            </a:lvl3pPr>
            <a:lvl4pPr>
              <a:defRPr sz="1500" b="0">
                <a:solidFill>
                  <a:srgbClr val="526577"/>
                </a:solidFill>
                <a:latin typeface="DejaVu Sans"/>
                <a:ea typeface="DejaVu Sans"/>
                <a:cs typeface="DejaVu Sans"/>
              </a:defRPr>
            </a:lvl4pPr>
            <a:lvl5pPr>
              <a:defRPr sz="1500" b="0">
                <a:solidFill>
                  <a:srgbClr val="526577"/>
                </a:solidFill>
                <a:latin typeface="DejaVu Sans"/>
                <a:ea typeface="DejaVu Sans"/>
                <a:cs typeface="DejaVu Sans"/>
              </a:defRPr>
            </a:lvl5pPr>
            <a:lvl6pPr>
              <a:defRPr sz="1500" b="0">
                <a:solidFill>
                  <a:srgbClr val="526577"/>
                </a:solidFill>
                <a:latin typeface="DejaVu Sans"/>
                <a:ea typeface="DejaVu Sans"/>
                <a:cs typeface="DejaVu Sans"/>
              </a:defRPr>
            </a:lvl6pPr>
            <a:lvl7pPr>
              <a:defRPr sz="1500" b="0">
                <a:solidFill>
                  <a:srgbClr val="526577"/>
                </a:solidFill>
                <a:latin typeface="DejaVu Sans"/>
                <a:ea typeface="DejaVu Sans"/>
                <a:cs typeface="DejaVu Sans"/>
              </a:defRPr>
            </a:lvl7pPr>
            <a:lvl8pPr>
              <a:defRPr sz="1500" b="0">
                <a:solidFill>
                  <a:srgbClr val="526577"/>
                </a:solidFill>
                <a:latin typeface="DejaVu Sans"/>
                <a:ea typeface="DejaVu Sans"/>
                <a:cs typeface="DejaVu Sans"/>
              </a:defRPr>
            </a:lvl8pPr>
            <a:lvl9pPr>
              <a:defRPr sz="1500" b="0">
                <a:solidFill>
                  <a:srgbClr val="526577"/>
                </a:solidFill>
                <a:latin typeface="DejaVu Sans"/>
                <a:ea typeface="DejaVu Sans"/>
                <a:cs typeface="DejaVu Sans"/>
              </a:defRPr>
            </a:lvl9pPr>
          </a:lstStyle>
          <a:p xmlns:a="http://schemas.openxmlformats.org/drawingml/2006/main">
            <a:pPr>
              <a:defRPr sz="1500" b="0">
                <a:solidFill>
                  <a:srgbClr val="526577"/>
                </a:solidFill>
                <a:latin typeface="DejaVu Sans"/>
                <a:ea typeface="DejaVu Sans"/>
                <a:cs typeface="DejaVu Sans"/>
              </a:defRPr>
            </a:pPr>
            <a:r>
              <a:rPr sz="1500" b="0">
                <a:solidFill>
                  <a:srgbClr val="526577"/>
                </a:solidFill>
                <a:latin typeface="DejaVu Sans"/>
                <a:ea typeface="DejaVu Sans"/>
                <a:cs typeface="DejaVu Sans"/>
              </a:rPr>
              <a:t>Responsibilities and focus areas for a limited pilot</a:t>
            </a:r>
          </a:p>
        </p:txBody>
      </p:sp>
      <p:sp>
        <p:nvSpPr>
          <p:cNvPr id="3" name="text-2">
            <a:extLst xmlns:a="http://schemas.openxmlformats.org/drawingml/2006/main">
              <a:ext uri="{FF2B5EF4-FFF2-40B4-BE49-F238E27FC236}">
                <a16:creationId xmlns:a16="http://schemas.microsoft.com/office/drawing/2014/main" id="{E9AE8817-1BA7-4120-B4E0-AFC89D4B2103}"/>
              </a:ext>
            </a:extLst>
          </p:cNvPr>
          <p:cNvSpPr>
            <a:spLocks xmlns:a="http://schemas.openxmlformats.org/drawingml/2006/main" noGrp="1"/>
          </p:cNvSpPr>
          <p:nvPr/>
        </p:nvSpPr>
        <p:spPr>
          <a:xfrm xmlns:a="http://schemas.openxmlformats.org/drawingml/2006/main">
            <a:off x="11334750" y="6477000"/>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050" b="0">
                <a:solidFill>
                  <a:srgbClr val="526577"/>
                </a:solidFill>
                <a:latin typeface="DejaVu Sans"/>
                <a:ea typeface="DejaVu Sans"/>
                <a:cs typeface="DejaVu Sans"/>
              </a:defRPr>
            </a:defPPr>
            <a:lvl1pPr>
              <a:defRPr sz="1050" b="0">
                <a:solidFill>
                  <a:srgbClr val="526577"/>
                </a:solidFill>
                <a:latin typeface="DejaVu Sans"/>
                <a:ea typeface="DejaVu Sans"/>
                <a:cs typeface="DejaVu Sans"/>
              </a:defRPr>
            </a:lvl1pPr>
            <a:lvl2pPr>
              <a:defRPr sz="1050" b="0">
                <a:solidFill>
                  <a:srgbClr val="526577"/>
                </a:solidFill>
                <a:latin typeface="DejaVu Sans"/>
                <a:ea typeface="DejaVu Sans"/>
                <a:cs typeface="DejaVu Sans"/>
              </a:defRPr>
            </a:lvl2pPr>
            <a:lvl3pPr>
              <a:defRPr sz="1050" b="0">
                <a:solidFill>
                  <a:srgbClr val="526577"/>
                </a:solidFill>
                <a:latin typeface="DejaVu Sans"/>
                <a:ea typeface="DejaVu Sans"/>
                <a:cs typeface="DejaVu Sans"/>
              </a:defRPr>
            </a:lvl3pPr>
            <a:lvl4pPr>
              <a:defRPr sz="1050" b="0">
                <a:solidFill>
                  <a:srgbClr val="526577"/>
                </a:solidFill>
                <a:latin typeface="DejaVu Sans"/>
                <a:ea typeface="DejaVu Sans"/>
                <a:cs typeface="DejaVu Sans"/>
              </a:defRPr>
            </a:lvl4pPr>
            <a:lvl5pPr>
              <a:defRPr sz="1050" b="0">
                <a:solidFill>
                  <a:srgbClr val="526577"/>
                </a:solidFill>
                <a:latin typeface="DejaVu Sans"/>
                <a:ea typeface="DejaVu Sans"/>
                <a:cs typeface="DejaVu Sans"/>
              </a:defRPr>
            </a:lvl5pPr>
            <a:lvl6pPr>
              <a:defRPr sz="1050" b="0">
                <a:solidFill>
                  <a:srgbClr val="526577"/>
                </a:solidFill>
                <a:latin typeface="DejaVu Sans"/>
                <a:ea typeface="DejaVu Sans"/>
                <a:cs typeface="DejaVu Sans"/>
              </a:defRPr>
            </a:lvl6pPr>
            <a:lvl7pPr>
              <a:defRPr sz="1050" b="0">
                <a:solidFill>
                  <a:srgbClr val="526577"/>
                </a:solidFill>
                <a:latin typeface="DejaVu Sans"/>
                <a:ea typeface="DejaVu Sans"/>
                <a:cs typeface="DejaVu Sans"/>
              </a:defRPr>
            </a:lvl7pPr>
            <a:lvl8pPr>
              <a:defRPr sz="1050" b="0">
                <a:solidFill>
                  <a:srgbClr val="526577"/>
                </a:solidFill>
                <a:latin typeface="DejaVu Sans"/>
                <a:ea typeface="DejaVu Sans"/>
                <a:cs typeface="DejaVu Sans"/>
              </a:defRPr>
            </a:lvl8pPr>
            <a:lvl9pPr>
              <a:defRPr sz="1050" b="0">
                <a:solidFill>
                  <a:srgbClr val="526577"/>
                </a:solidFill>
                <a:latin typeface="DejaVu Sans"/>
                <a:ea typeface="DejaVu Sans"/>
                <a:cs typeface="DejaVu Sans"/>
              </a:defRPr>
            </a:lvl9pPr>
          </a:lstStyle>
          <a:p xmlns:a="http://schemas.openxmlformats.org/drawingml/2006/main">
            <a:pPr>
              <a:defRPr sz="1050" b="0">
                <a:solidFill>
                  <a:srgbClr val="526577"/>
                </a:solidFill>
                <a:latin typeface="DejaVu Sans"/>
                <a:ea typeface="DejaVu Sans"/>
                <a:cs typeface="DejaVu Sans"/>
              </a:defRPr>
            </a:pPr>
            <a:r>
              <a:rPr sz="1050" b="0">
                <a:solidFill>
                  <a:srgbClr val="526577"/>
                </a:solidFill>
                <a:latin typeface="DejaVu Sans"/>
                <a:ea typeface="DejaVu Sans"/>
                <a:cs typeface="DejaVu Sans"/>
              </a:rPr>
              <a:t>16</a:t>
            </a:r>
          </a:p>
        </p:txBody>
      </p:sp>
      <p:sp>
        <p:nvSpPr>
          <p:cNvPr id="4" name="text-3">
            <a:extLst xmlns:a="http://schemas.openxmlformats.org/drawingml/2006/main">
              <a:ext uri="{FF2B5EF4-FFF2-40B4-BE49-F238E27FC236}">
                <a16:creationId xmlns:a16="http://schemas.microsoft.com/office/drawing/2014/main" id="{5F90FC23-D820-4CE0-9A52-0E044A50A0C8}"/>
              </a:ext>
            </a:extLst>
          </p:cNvPr>
          <p:cNvSpPr>
            <a:spLocks xmlns:a="http://schemas.openxmlformats.org/drawingml/2006/main" noGrp="1"/>
          </p:cNvSpPr>
          <p:nvPr/>
        </p:nvSpPr>
        <p:spPr>
          <a:xfrm xmlns:a="http://schemas.openxmlformats.org/drawingml/2006/main">
            <a:off x="552450" y="1762125"/>
            <a:ext cx="2190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725" b="1">
                <a:solidFill>
                  <a:srgbClr val="177E82"/>
                </a:solidFill>
                <a:latin typeface="DejaVu Sans"/>
                <a:ea typeface="DejaVu Sans"/>
                <a:cs typeface="DejaVu Sans"/>
              </a:defRPr>
            </a:defPPr>
            <a:lvl1pPr>
              <a:defRPr sz="1725" b="1">
                <a:solidFill>
                  <a:srgbClr val="177E82"/>
                </a:solidFill>
                <a:latin typeface="DejaVu Sans"/>
                <a:ea typeface="DejaVu Sans"/>
                <a:cs typeface="DejaVu Sans"/>
              </a:defRPr>
            </a:lvl1pPr>
            <a:lvl2pPr>
              <a:defRPr sz="1725" b="1">
                <a:solidFill>
                  <a:srgbClr val="177E82"/>
                </a:solidFill>
                <a:latin typeface="DejaVu Sans"/>
                <a:ea typeface="DejaVu Sans"/>
                <a:cs typeface="DejaVu Sans"/>
              </a:defRPr>
            </a:lvl2pPr>
            <a:lvl3pPr>
              <a:defRPr sz="1725" b="1">
                <a:solidFill>
                  <a:srgbClr val="177E82"/>
                </a:solidFill>
                <a:latin typeface="DejaVu Sans"/>
                <a:ea typeface="DejaVu Sans"/>
                <a:cs typeface="DejaVu Sans"/>
              </a:defRPr>
            </a:lvl3pPr>
            <a:lvl4pPr>
              <a:defRPr sz="1725" b="1">
                <a:solidFill>
                  <a:srgbClr val="177E82"/>
                </a:solidFill>
                <a:latin typeface="DejaVu Sans"/>
                <a:ea typeface="DejaVu Sans"/>
                <a:cs typeface="DejaVu Sans"/>
              </a:defRPr>
            </a:lvl4pPr>
            <a:lvl5pPr>
              <a:defRPr sz="1725" b="1">
                <a:solidFill>
                  <a:srgbClr val="177E82"/>
                </a:solidFill>
                <a:latin typeface="DejaVu Sans"/>
                <a:ea typeface="DejaVu Sans"/>
                <a:cs typeface="DejaVu Sans"/>
              </a:defRPr>
            </a:lvl5pPr>
            <a:lvl6pPr>
              <a:defRPr sz="1725" b="1">
                <a:solidFill>
                  <a:srgbClr val="177E82"/>
                </a:solidFill>
                <a:latin typeface="DejaVu Sans"/>
                <a:ea typeface="DejaVu Sans"/>
                <a:cs typeface="DejaVu Sans"/>
              </a:defRPr>
            </a:lvl6pPr>
            <a:lvl7pPr>
              <a:defRPr sz="1725" b="1">
                <a:solidFill>
                  <a:srgbClr val="177E82"/>
                </a:solidFill>
                <a:latin typeface="DejaVu Sans"/>
                <a:ea typeface="DejaVu Sans"/>
                <a:cs typeface="DejaVu Sans"/>
              </a:defRPr>
            </a:lvl7pPr>
            <a:lvl8pPr>
              <a:defRPr sz="1725" b="1">
                <a:solidFill>
                  <a:srgbClr val="177E82"/>
                </a:solidFill>
                <a:latin typeface="DejaVu Sans"/>
                <a:ea typeface="DejaVu Sans"/>
                <a:cs typeface="DejaVu Sans"/>
              </a:defRPr>
            </a:lvl8pPr>
            <a:lvl9pPr>
              <a:defRPr sz="1725" b="1">
                <a:solidFill>
                  <a:srgbClr val="177E82"/>
                </a:solidFill>
                <a:latin typeface="DejaVu Sans"/>
                <a:ea typeface="DejaVu Sans"/>
                <a:cs typeface="DejaVu Sans"/>
              </a:defRPr>
            </a:lvl9pPr>
          </a:lstStyle>
          <a:p xmlns:a="http://schemas.openxmlformats.org/drawingml/2006/main">
            <a:pPr>
              <a:defRPr sz="1725" b="1">
                <a:solidFill>
                  <a:srgbClr val="177E82"/>
                </a:solidFill>
                <a:latin typeface="DejaVu Sans"/>
                <a:ea typeface="DejaVu Sans"/>
                <a:cs typeface="DejaVu Sans"/>
              </a:defRPr>
            </a:pPr>
            <a:r>
              <a:rPr sz="1725" b="1">
                <a:solidFill>
                  <a:srgbClr val="177E82"/>
                </a:solidFill>
                <a:latin typeface="DejaVu Sans"/>
                <a:ea typeface="DejaVu Sans"/>
                <a:cs typeface="DejaVu Sans"/>
              </a:rPr>
              <a:t>Course leaders</a:t>
            </a:r>
          </a:p>
        </p:txBody>
      </p:sp>
      <p:sp>
        <p:nvSpPr>
          <p:cNvPr id="5" name="text-4">
            <a:extLst xmlns:a="http://schemas.openxmlformats.org/drawingml/2006/main">
              <a:ext uri="{FF2B5EF4-FFF2-40B4-BE49-F238E27FC236}">
                <a16:creationId xmlns:a16="http://schemas.microsoft.com/office/drawing/2014/main" id="{32ED40C1-3973-46DC-B5C0-A39CC770F6BD}"/>
              </a:ext>
            </a:extLst>
          </p:cNvPr>
          <p:cNvSpPr>
            <a:spLocks xmlns:a="http://schemas.openxmlformats.org/drawingml/2006/main" noGrp="1"/>
          </p:cNvSpPr>
          <p:nvPr/>
        </p:nvSpPr>
        <p:spPr>
          <a:xfrm xmlns:a="http://schemas.openxmlformats.org/drawingml/2006/main">
            <a:off x="2895600" y="1762125"/>
            <a:ext cx="2857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725" b="1">
                <a:solidFill>
                  <a:srgbClr val="132D40"/>
                </a:solidFill>
                <a:latin typeface="DejaVu Sans"/>
                <a:ea typeface="DejaVu Sans"/>
                <a:cs typeface="DejaVu Sans"/>
              </a:defRPr>
            </a:defPPr>
            <a:lvl1pPr>
              <a:defRPr sz="1725" b="1">
                <a:solidFill>
                  <a:srgbClr val="132D40"/>
                </a:solidFill>
                <a:latin typeface="DejaVu Sans"/>
                <a:ea typeface="DejaVu Sans"/>
                <a:cs typeface="DejaVu Sans"/>
              </a:defRPr>
            </a:lvl1pPr>
            <a:lvl2pPr>
              <a:defRPr sz="1725" b="1">
                <a:solidFill>
                  <a:srgbClr val="132D40"/>
                </a:solidFill>
                <a:latin typeface="DejaVu Sans"/>
                <a:ea typeface="DejaVu Sans"/>
                <a:cs typeface="DejaVu Sans"/>
              </a:defRPr>
            </a:lvl2pPr>
            <a:lvl3pPr>
              <a:defRPr sz="1725" b="1">
                <a:solidFill>
                  <a:srgbClr val="132D40"/>
                </a:solidFill>
                <a:latin typeface="DejaVu Sans"/>
                <a:ea typeface="DejaVu Sans"/>
                <a:cs typeface="DejaVu Sans"/>
              </a:defRPr>
            </a:lvl3pPr>
            <a:lvl4pPr>
              <a:defRPr sz="1725" b="1">
                <a:solidFill>
                  <a:srgbClr val="132D40"/>
                </a:solidFill>
                <a:latin typeface="DejaVu Sans"/>
                <a:ea typeface="DejaVu Sans"/>
                <a:cs typeface="DejaVu Sans"/>
              </a:defRPr>
            </a:lvl4pPr>
            <a:lvl5pPr>
              <a:defRPr sz="1725" b="1">
                <a:solidFill>
                  <a:srgbClr val="132D40"/>
                </a:solidFill>
                <a:latin typeface="DejaVu Sans"/>
                <a:ea typeface="DejaVu Sans"/>
                <a:cs typeface="DejaVu Sans"/>
              </a:defRPr>
            </a:lvl5pPr>
            <a:lvl6pPr>
              <a:defRPr sz="1725" b="1">
                <a:solidFill>
                  <a:srgbClr val="132D40"/>
                </a:solidFill>
                <a:latin typeface="DejaVu Sans"/>
                <a:ea typeface="DejaVu Sans"/>
                <a:cs typeface="DejaVu Sans"/>
              </a:defRPr>
            </a:lvl6pPr>
            <a:lvl7pPr>
              <a:defRPr sz="1725" b="1">
                <a:solidFill>
                  <a:srgbClr val="132D40"/>
                </a:solidFill>
                <a:latin typeface="DejaVu Sans"/>
                <a:ea typeface="DejaVu Sans"/>
                <a:cs typeface="DejaVu Sans"/>
              </a:defRPr>
            </a:lvl7pPr>
            <a:lvl8pPr>
              <a:defRPr sz="1725" b="1">
                <a:solidFill>
                  <a:srgbClr val="132D40"/>
                </a:solidFill>
                <a:latin typeface="DejaVu Sans"/>
                <a:ea typeface="DejaVu Sans"/>
                <a:cs typeface="DejaVu Sans"/>
              </a:defRPr>
            </a:lvl8pPr>
            <a:lvl9pPr>
              <a:defRPr sz="1725" b="1">
                <a:solidFill>
                  <a:srgbClr val="132D40"/>
                </a:solidFill>
                <a:latin typeface="DejaVu Sans"/>
                <a:ea typeface="DejaVu Sans"/>
                <a:cs typeface="DejaVu Sans"/>
              </a:defRPr>
            </a:lvl9pPr>
          </a:lstStyle>
          <a:p xmlns:a="http://schemas.openxmlformats.org/drawingml/2006/main">
            <a:pPr>
              <a:defRPr sz="1725" b="1">
                <a:solidFill>
                  <a:srgbClr val="132D40"/>
                </a:solidFill>
                <a:latin typeface="DejaVu Sans"/>
                <a:ea typeface="DejaVu Sans"/>
                <a:cs typeface="DejaVu Sans"/>
              </a:defRPr>
            </a:pPr>
            <a:r>
              <a:rPr sz="1725" b="1">
                <a:solidFill>
                  <a:srgbClr val="132D40"/>
                </a:solidFill>
                <a:latin typeface="DejaVu Sans"/>
                <a:ea typeface="DejaVu Sans"/>
                <a:cs typeface="DejaVu Sans"/>
              </a:rPr>
              <a:t>CCC and DDD</a:t>
            </a:r>
          </a:p>
        </p:txBody>
      </p:sp>
      <p:sp>
        <p:nvSpPr>
          <p:cNvPr id="6" name="text-5">
            <a:extLst xmlns:a="http://schemas.openxmlformats.org/drawingml/2006/main">
              <a:ext uri="{FF2B5EF4-FFF2-40B4-BE49-F238E27FC236}">
                <a16:creationId xmlns:a16="http://schemas.microsoft.com/office/drawing/2014/main" id="{1A9AE6B7-EAA8-428F-8172-A661F5D75CFA}"/>
              </a:ext>
            </a:extLst>
          </p:cNvPr>
          <p:cNvSpPr>
            <a:spLocks xmlns:a="http://schemas.openxmlformats.org/drawingml/2006/main" noGrp="1"/>
          </p:cNvSpPr>
          <p:nvPr/>
        </p:nvSpPr>
        <p:spPr>
          <a:xfrm xmlns:a="http://schemas.openxmlformats.org/drawingml/2006/main">
            <a:off x="6191250" y="1762125"/>
            <a:ext cx="538162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650" b="0">
                <a:solidFill>
                  <a:srgbClr val="526577"/>
                </a:solidFill>
                <a:latin typeface="DejaVu Sans"/>
                <a:ea typeface="DejaVu Sans"/>
                <a:cs typeface="DejaVu Sans"/>
              </a:defRPr>
            </a:defPPr>
            <a:lvl1pPr>
              <a:defRPr sz="1650" b="0">
                <a:solidFill>
                  <a:srgbClr val="526577"/>
                </a:solidFill>
                <a:latin typeface="DejaVu Sans"/>
                <a:ea typeface="DejaVu Sans"/>
                <a:cs typeface="DejaVu Sans"/>
              </a:defRPr>
            </a:lvl1pPr>
            <a:lvl2pPr>
              <a:defRPr sz="1650" b="0">
                <a:solidFill>
                  <a:srgbClr val="526577"/>
                </a:solidFill>
                <a:latin typeface="DejaVu Sans"/>
                <a:ea typeface="DejaVu Sans"/>
                <a:cs typeface="DejaVu Sans"/>
              </a:defRPr>
            </a:lvl2pPr>
            <a:lvl3pPr>
              <a:defRPr sz="1650" b="0">
                <a:solidFill>
                  <a:srgbClr val="526577"/>
                </a:solidFill>
                <a:latin typeface="DejaVu Sans"/>
                <a:ea typeface="DejaVu Sans"/>
                <a:cs typeface="DejaVu Sans"/>
              </a:defRPr>
            </a:lvl3pPr>
            <a:lvl4pPr>
              <a:defRPr sz="1650" b="0">
                <a:solidFill>
                  <a:srgbClr val="526577"/>
                </a:solidFill>
                <a:latin typeface="DejaVu Sans"/>
                <a:ea typeface="DejaVu Sans"/>
                <a:cs typeface="DejaVu Sans"/>
              </a:defRPr>
            </a:lvl4pPr>
            <a:lvl5pPr>
              <a:defRPr sz="1650" b="0">
                <a:solidFill>
                  <a:srgbClr val="526577"/>
                </a:solidFill>
                <a:latin typeface="DejaVu Sans"/>
                <a:ea typeface="DejaVu Sans"/>
                <a:cs typeface="DejaVu Sans"/>
              </a:defRPr>
            </a:lvl5pPr>
            <a:lvl6pPr>
              <a:defRPr sz="1650" b="0">
                <a:solidFill>
                  <a:srgbClr val="526577"/>
                </a:solidFill>
                <a:latin typeface="DejaVu Sans"/>
                <a:ea typeface="DejaVu Sans"/>
                <a:cs typeface="DejaVu Sans"/>
              </a:defRPr>
            </a:lvl6pPr>
            <a:lvl7pPr>
              <a:defRPr sz="1650" b="0">
                <a:solidFill>
                  <a:srgbClr val="526577"/>
                </a:solidFill>
                <a:latin typeface="DejaVu Sans"/>
                <a:ea typeface="DejaVu Sans"/>
                <a:cs typeface="DejaVu Sans"/>
              </a:defRPr>
            </a:lvl7pPr>
            <a:lvl8pPr>
              <a:defRPr sz="1650" b="0">
                <a:solidFill>
                  <a:srgbClr val="526577"/>
                </a:solidFill>
                <a:latin typeface="DejaVu Sans"/>
                <a:ea typeface="DejaVu Sans"/>
                <a:cs typeface="DejaVu Sans"/>
              </a:defRPr>
            </a:lvl8pPr>
            <a:lvl9pPr>
              <a:defRPr sz="1650" b="0">
                <a:solidFill>
                  <a:srgbClr val="526577"/>
                </a:solidFill>
                <a:latin typeface="DejaVu Sans"/>
                <a:ea typeface="DejaVu Sans"/>
                <a:cs typeface="DejaVu Sans"/>
              </a:defRPr>
            </a:lvl9pPr>
          </a:lstStyle>
          <a:p xmlns:a="http://schemas.openxmlformats.org/drawingml/2006/main">
            <a:pPr>
              <a:defRPr sz="1650" b="0">
                <a:solidFill>
                  <a:srgbClr val="526577"/>
                </a:solidFill>
                <a:latin typeface="DejaVu Sans"/>
                <a:ea typeface="DejaVu Sans"/>
                <a:cs typeface="DejaVu Sans"/>
              </a:defRPr>
            </a:pPr>
            <a:r>
              <a:rPr sz="1650" b="0">
                <a:solidFill>
                  <a:srgbClr val="526577"/>
                </a:solidFill>
                <a:latin typeface="DejaVu Sans"/>
                <a:ea typeface="DejaVu Sans"/>
                <a:cs typeface="DejaVu Sans"/>
              </a:rPr>
              <a:t>Review retention barriers and assessment sequencing</a:t>
            </a:r>
          </a:p>
        </p:txBody>
      </p:sp>
      <p:sp>
        <p:nvSpPr>
          <p:cNvPr id="7" name="text-6">
            <a:extLst xmlns:a="http://schemas.openxmlformats.org/drawingml/2006/main">
              <a:ext uri="{FF2B5EF4-FFF2-40B4-BE49-F238E27FC236}">
                <a16:creationId xmlns:a16="http://schemas.microsoft.com/office/drawing/2014/main" id="{23D9E8F0-ACB0-45A3-94F1-8E35235ADA2C}"/>
              </a:ext>
            </a:extLst>
          </p:cNvPr>
          <p:cNvSpPr>
            <a:spLocks xmlns:a="http://schemas.openxmlformats.org/drawingml/2006/main" noGrp="1"/>
          </p:cNvSpPr>
          <p:nvPr/>
        </p:nvSpPr>
        <p:spPr>
          <a:xfrm xmlns:a="http://schemas.openxmlformats.org/drawingml/2006/main">
            <a:off x="552450" y="2552700"/>
            <a:ext cx="2190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725" b="1">
                <a:solidFill>
                  <a:srgbClr val="177E82"/>
                </a:solidFill>
                <a:latin typeface="DejaVu Sans"/>
                <a:ea typeface="DejaVu Sans"/>
                <a:cs typeface="DejaVu Sans"/>
              </a:defRPr>
            </a:defPPr>
            <a:lvl1pPr>
              <a:defRPr sz="1725" b="1">
                <a:solidFill>
                  <a:srgbClr val="177E82"/>
                </a:solidFill>
                <a:latin typeface="DejaVu Sans"/>
                <a:ea typeface="DejaVu Sans"/>
                <a:cs typeface="DejaVu Sans"/>
              </a:defRPr>
            </a:lvl1pPr>
            <a:lvl2pPr>
              <a:defRPr sz="1725" b="1">
                <a:solidFill>
                  <a:srgbClr val="177E82"/>
                </a:solidFill>
                <a:latin typeface="DejaVu Sans"/>
                <a:ea typeface="DejaVu Sans"/>
                <a:cs typeface="DejaVu Sans"/>
              </a:defRPr>
            </a:lvl2pPr>
            <a:lvl3pPr>
              <a:defRPr sz="1725" b="1">
                <a:solidFill>
                  <a:srgbClr val="177E82"/>
                </a:solidFill>
                <a:latin typeface="DejaVu Sans"/>
                <a:ea typeface="DejaVu Sans"/>
                <a:cs typeface="DejaVu Sans"/>
              </a:defRPr>
            </a:lvl3pPr>
            <a:lvl4pPr>
              <a:defRPr sz="1725" b="1">
                <a:solidFill>
                  <a:srgbClr val="177E82"/>
                </a:solidFill>
                <a:latin typeface="DejaVu Sans"/>
                <a:ea typeface="DejaVu Sans"/>
                <a:cs typeface="DejaVu Sans"/>
              </a:defRPr>
            </a:lvl4pPr>
            <a:lvl5pPr>
              <a:defRPr sz="1725" b="1">
                <a:solidFill>
                  <a:srgbClr val="177E82"/>
                </a:solidFill>
                <a:latin typeface="DejaVu Sans"/>
                <a:ea typeface="DejaVu Sans"/>
                <a:cs typeface="DejaVu Sans"/>
              </a:defRPr>
            </a:lvl5pPr>
            <a:lvl6pPr>
              <a:defRPr sz="1725" b="1">
                <a:solidFill>
                  <a:srgbClr val="177E82"/>
                </a:solidFill>
                <a:latin typeface="DejaVu Sans"/>
                <a:ea typeface="DejaVu Sans"/>
                <a:cs typeface="DejaVu Sans"/>
              </a:defRPr>
            </a:lvl6pPr>
            <a:lvl7pPr>
              <a:defRPr sz="1725" b="1">
                <a:solidFill>
                  <a:srgbClr val="177E82"/>
                </a:solidFill>
                <a:latin typeface="DejaVu Sans"/>
                <a:ea typeface="DejaVu Sans"/>
                <a:cs typeface="DejaVu Sans"/>
              </a:defRPr>
            </a:lvl7pPr>
            <a:lvl8pPr>
              <a:defRPr sz="1725" b="1">
                <a:solidFill>
                  <a:srgbClr val="177E82"/>
                </a:solidFill>
                <a:latin typeface="DejaVu Sans"/>
                <a:ea typeface="DejaVu Sans"/>
                <a:cs typeface="DejaVu Sans"/>
              </a:defRPr>
            </a:lvl8pPr>
            <a:lvl9pPr>
              <a:defRPr sz="1725" b="1">
                <a:solidFill>
                  <a:srgbClr val="177E82"/>
                </a:solidFill>
                <a:latin typeface="DejaVu Sans"/>
                <a:ea typeface="DejaVu Sans"/>
                <a:cs typeface="DejaVu Sans"/>
              </a:defRPr>
            </a:lvl9pPr>
          </a:lstStyle>
          <a:p xmlns:a="http://schemas.openxmlformats.org/drawingml/2006/main">
            <a:pPr>
              <a:defRPr sz="1725" b="1">
                <a:solidFill>
                  <a:srgbClr val="177E82"/>
                </a:solidFill>
                <a:latin typeface="DejaVu Sans"/>
                <a:ea typeface="DejaVu Sans"/>
                <a:cs typeface="DejaVu Sans"/>
              </a:defRPr>
            </a:pPr>
            <a:r>
              <a:rPr sz="1725" b="1">
                <a:solidFill>
                  <a:srgbClr val="177E82"/>
                </a:solidFill>
                <a:latin typeface="DejaVu Sans"/>
                <a:ea typeface="DejaVu Sans"/>
                <a:cs typeface="DejaVu Sans"/>
              </a:rPr>
              <a:t>Student support</a:t>
            </a:r>
          </a:p>
        </p:txBody>
      </p:sp>
      <p:sp>
        <p:nvSpPr>
          <p:cNvPr id="8" name="text-7">
            <a:extLst xmlns:a="http://schemas.openxmlformats.org/drawingml/2006/main">
              <a:ext uri="{FF2B5EF4-FFF2-40B4-BE49-F238E27FC236}">
                <a16:creationId xmlns:a16="http://schemas.microsoft.com/office/drawing/2014/main" id="{D0866B96-ADAC-41D8-9861-FEAB928C9727}"/>
              </a:ext>
            </a:extLst>
          </p:cNvPr>
          <p:cNvSpPr>
            <a:spLocks xmlns:a="http://schemas.openxmlformats.org/drawingml/2006/main" noGrp="1"/>
          </p:cNvSpPr>
          <p:nvPr/>
        </p:nvSpPr>
        <p:spPr>
          <a:xfrm xmlns:a="http://schemas.openxmlformats.org/drawingml/2006/main">
            <a:off x="2895600" y="2552700"/>
            <a:ext cx="2857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725" b="1">
                <a:solidFill>
                  <a:srgbClr val="132D40"/>
                </a:solidFill>
                <a:latin typeface="DejaVu Sans"/>
                <a:ea typeface="DejaVu Sans"/>
                <a:cs typeface="DejaVu Sans"/>
              </a:defRPr>
            </a:defPPr>
            <a:lvl1pPr>
              <a:defRPr sz="1725" b="1">
                <a:solidFill>
                  <a:srgbClr val="132D40"/>
                </a:solidFill>
                <a:latin typeface="DejaVu Sans"/>
                <a:ea typeface="DejaVu Sans"/>
                <a:cs typeface="DejaVu Sans"/>
              </a:defRPr>
            </a:lvl1pPr>
            <a:lvl2pPr>
              <a:defRPr sz="1725" b="1">
                <a:solidFill>
                  <a:srgbClr val="132D40"/>
                </a:solidFill>
                <a:latin typeface="DejaVu Sans"/>
                <a:ea typeface="DejaVu Sans"/>
                <a:cs typeface="DejaVu Sans"/>
              </a:defRPr>
            </a:lvl2pPr>
            <a:lvl3pPr>
              <a:defRPr sz="1725" b="1">
                <a:solidFill>
                  <a:srgbClr val="132D40"/>
                </a:solidFill>
                <a:latin typeface="DejaVu Sans"/>
                <a:ea typeface="DejaVu Sans"/>
                <a:cs typeface="DejaVu Sans"/>
              </a:defRPr>
            </a:lvl3pPr>
            <a:lvl4pPr>
              <a:defRPr sz="1725" b="1">
                <a:solidFill>
                  <a:srgbClr val="132D40"/>
                </a:solidFill>
                <a:latin typeface="DejaVu Sans"/>
                <a:ea typeface="DejaVu Sans"/>
                <a:cs typeface="DejaVu Sans"/>
              </a:defRPr>
            </a:lvl4pPr>
            <a:lvl5pPr>
              <a:defRPr sz="1725" b="1">
                <a:solidFill>
                  <a:srgbClr val="132D40"/>
                </a:solidFill>
                <a:latin typeface="DejaVu Sans"/>
                <a:ea typeface="DejaVu Sans"/>
                <a:cs typeface="DejaVu Sans"/>
              </a:defRPr>
            </a:lvl5pPr>
            <a:lvl6pPr>
              <a:defRPr sz="1725" b="1">
                <a:solidFill>
                  <a:srgbClr val="132D40"/>
                </a:solidFill>
                <a:latin typeface="DejaVu Sans"/>
                <a:ea typeface="DejaVu Sans"/>
                <a:cs typeface="DejaVu Sans"/>
              </a:defRPr>
            </a:lvl6pPr>
            <a:lvl7pPr>
              <a:defRPr sz="1725" b="1">
                <a:solidFill>
                  <a:srgbClr val="132D40"/>
                </a:solidFill>
                <a:latin typeface="DejaVu Sans"/>
                <a:ea typeface="DejaVu Sans"/>
                <a:cs typeface="DejaVu Sans"/>
              </a:defRPr>
            </a:lvl7pPr>
            <a:lvl8pPr>
              <a:defRPr sz="1725" b="1">
                <a:solidFill>
                  <a:srgbClr val="132D40"/>
                </a:solidFill>
                <a:latin typeface="DejaVu Sans"/>
                <a:ea typeface="DejaVu Sans"/>
                <a:cs typeface="DejaVu Sans"/>
              </a:defRPr>
            </a:lvl8pPr>
            <a:lvl9pPr>
              <a:defRPr sz="1725" b="1">
                <a:solidFill>
                  <a:srgbClr val="132D40"/>
                </a:solidFill>
                <a:latin typeface="DejaVu Sans"/>
                <a:ea typeface="DejaVu Sans"/>
                <a:cs typeface="DejaVu Sans"/>
              </a:defRPr>
            </a:lvl9pPr>
          </a:lstStyle>
          <a:p xmlns:a="http://schemas.openxmlformats.org/drawingml/2006/main">
            <a:pPr>
              <a:defRPr sz="1725" b="1">
                <a:solidFill>
                  <a:srgbClr val="132D40"/>
                </a:solidFill>
                <a:latin typeface="DejaVu Sans"/>
                <a:ea typeface="DejaVu Sans"/>
                <a:cs typeface="DejaVu Sans"/>
              </a:defRPr>
            </a:pPr>
            <a:r>
              <a:rPr sz="1725" b="1">
                <a:solidFill>
                  <a:srgbClr val="132D40"/>
                </a:solidFill>
                <a:latin typeface="DejaVu Sans"/>
                <a:ea typeface="DejaVu Sans"/>
                <a:cs typeface="DejaVu Sans"/>
              </a:rPr>
              <a:t>BBB and FFF</a:t>
            </a:r>
          </a:p>
        </p:txBody>
      </p:sp>
      <p:sp>
        <p:nvSpPr>
          <p:cNvPr id="9" name="text-8">
            <a:extLst xmlns:a="http://schemas.openxmlformats.org/drawingml/2006/main">
              <a:ext uri="{FF2B5EF4-FFF2-40B4-BE49-F238E27FC236}">
                <a16:creationId xmlns:a16="http://schemas.microsoft.com/office/drawing/2014/main" id="{C4291EDD-881C-4D40-9FDC-54DEFED62A03}"/>
              </a:ext>
            </a:extLst>
          </p:cNvPr>
          <p:cNvSpPr>
            <a:spLocks xmlns:a="http://schemas.openxmlformats.org/drawingml/2006/main" noGrp="1"/>
          </p:cNvSpPr>
          <p:nvPr/>
        </p:nvSpPr>
        <p:spPr>
          <a:xfrm xmlns:a="http://schemas.openxmlformats.org/drawingml/2006/main">
            <a:off x="6191250" y="2552700"/>
            <a:ext cx="538162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650" b="0">
                <a:solidFill>
                  <a:srgbClr val="526577"/>
                </a:solidFill>
                <a:latin typeface="DejaVu Sans"/>
                <a:ea typeface="DejaVu Sans"/>
                <a:cs typeface="DejaVu Sans"/>
              </a:defRPr>
            </a:defPPr>
            <a:lvl1pPr>
              <a:defRPr sz="1650" b="0">
                <a:solidFill>
                  <a:srgbClr val="526577"/>
                </a:solidFill>
                <a:latin typeface="DejaVu Sans"/>
                <a:ea typeface="DejaVu Sans"/>
                <a:cs typeface="DejaVu Sans"/>
              </a:defRPr>
            </a:lvl1pPr>
            <a:lvl2pPr>
              <a:defRPr sz="1650" b="0">
                <a:solidFill>
                  <a:srgbClr val="526577"/>
                </a:solidFill>
                <a:latin typeface="DejaVu Sans"/>
                <a:ea typeface="DejaVu Sans"/>
                <a:cs typeface="DejaVu Sans"/>
              </a:defRPr>
            </a:lvl2pPr>
            <a:lvl3pPr>
              <a:defRPr sz="1650" b="0">
                <a:solidFill>
                  <a:srgbClr val="526577"/>
                </a:solidFill>
                <a:latin typeface="DejaVu Sans"/>
                <a:ea typeface="DejaVu Sans"/>
                <a:cs typeface="DejaVu Sans"/>
              </a:defRPr>
            </a:lvl3pPr>
            <a:lvl4pPr>
              <a:defRPr sz="1650" b="0">
                <a:solidFill>
                  <a:srgbClr val="526577"/>
                </a:solidFill>
                <a:latin typeface="DejaVu Sans"/>
                <a:ea typeface="DejaVu Sans"/>
                <a:cs typeface="DejaVu Sans"/>
              </a:defRPr>
            </a:lvl4pPr>
            <a:lvl5pPr>
              <a:defRPr sz="1650" b="0">
                <a:solidFill>
                  <a:srgbClr val="526577"/>
                </a:solidFill>
                <a:latin typeface="DejaVu Sans"/>
                <a:ea typeface="DejaVu Sans"/>
                <a:cs typeface="DejaVu Sans"/>
              </a:defRPr>
            </a:lvl5pPr>
            <a:lvl6pPr>
              <a:defRPr sz="1650" b="0">
                <a:solidFill>
                  <a:srgbClr val="526577"/>
                </a:solidFill>
                <a:latin typeface="DejaVu Sans"/>
                <a:ea typeface="DejaVu Sans"/>
                <a:cs typeface="DejaVu Sans"/>
              </a:defRPr>
            </a:lvl6pPr>
            <a:lvl7pPr>
              <a:defRPr sz="1650" b="0">
                <a:solidFill>
                  <a:srgbClr val="526577"/>
                </a:solidFill>
                <a:latin typeface="DejaVu Sans"/>
                <a:ea typeface="DejaVu Sans"/>
                <a:cs typeface="DejaVu Sans"/>
              </a:defRPr>
            </a:lvl7pPr>
            <a:lvl8pPr>
              <a:defRPr sz="1650" b="0">
                <a:solidFill>
                  <a:srgbClr val="526577"/>
                </a:solidFill>
                <a:latin typeface="DejaVu Sans"/>
                <a:ea typeface="DejaVu Sans"/>
                <a:cs typeface="DejaVu Sans"/>
              </a:defRPr>
            </a:lvl8pPr>
            <a:lvl9pPr>
              <a:defRPr sz="1650" b="0">
                <a:solidFill>
                  <a:srgbClr val="526577"/>
                </a:solidFill>
                <a:latin typeface="DejaVu Sans"/>
                <a:ea typeface="DejaVu Sans"/>
                <a:cs typeface="DejaVu Sans"/>
              </a:defRPr>
            </a:lvl9pPr>
          </a:lstStyle>
          <a:p xmlns:a="http://schemas.openxmlformats.org/drawingml/2006/main">
            <a:pPr>
              <a:defRPr sz="1650" b="0">
                <a:solidFill>
                  <a:srgbClr val="526577"/>
                </a:solidFill>
                <a:latin typeface="DejaVu Sans"/>
                <a:ea typeface="DejaVu Sans"/>
                <a:cs typeface="DejaVu Sans"/>
              </a:defRPr>
            </a:pPr>
            <a:r>
              <a:rPr sz="1650" b="0">
                <a:solidFill>
                  <a:srgbClr val="526577"/>
                </a:solidFill>
                <a:latin typeface="DejaVu Sans"/>
                <a:ea typeface="DejaVu Sans"/>
                <a:cs typeface="DejaVu Sans"/>
              </a:rPr>
              <a:t>Match adviser capacity to the volume of cases</a:t>
            </a:r>
          </a:p>
        </p:txBody>
      </p:sp>
      <p:sp>
        <p:nvSpPr>
          <p:cNvPr id="10" name="text-9">
            <a:extLst xmlns:a="http://schemas.openxmlformats.org/drawingml/2006/main">
              <a:ext uri="{FF2B5EF4-FFF2-40B4-BE49-F238E27FC236}">
                <a16:creationId xmlns:a16="http://schemas.microsoft.com/office/drawing/2014/main" id="{544D4E90-4CB2-48CE-B85E-0898F7E0AAF4}"/>
              </a:ext>
            </a:extLst>
          </p:cNvPr>
          <p:cNvSpPr>
            <a:spLocks xmlns:a="http://schemas.openxmlformats.org/drawingml/2006/main" noGrp="1"/>
          </p:cNvSpPr>
          <p:nvPr/>
        </p:nvSpPr>
        <p:spPr>
          <a:xfrm xmlns:a="http://schemas.openxmlformats.org/drawingml/2006/main">
            <a:off x="552450" y="3343275"/>
            <a:ext cx="2190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725" b="1">
                <a:solidFill>
                  <a:srgbClr val="177E82"/>
                </a:solidFill>
                <a:latin typeface="DejaVu Sans"/>
                <a:ea typeface="DejaVu Sans"/>
                <a:cs typeface="DejaVu Sans"/>
              </a:defRPr>
            </a:defPPr>
            <a:lvl1pPr>
              <a:defRPr sz="1725" b="1">
                <a:solidFill>
                  <a:srgbClr val="177E82"/>
                </a:solidFill>
                <a:latin typeface="DejaVu Sans"/>
                <a:ea typeface="DejaVu Sans"/>
                <a:cs typeface="DejaVu Sans"/>
              </a:defRPr>
            </a:lvl1pPr>
            <a:lvl2pPr>
              <a:defRPr sz="1725" b="1">
                <a:solidFill>
                  <a:srgbClr val="177E82"/>
                </a:solidFill>
                <a:latin typeface="DejaVu Sans"/>
                <a:ea typeface="DejaVu Sans"/>
                <a:cs typeface="DejaVu Sans"/>
              </a:defRPr>
            </a:lvl2pPr>
            <a:lvl3pPr>
              <a:defRPr sz="1725" b="1">
                <a:solidFill>
                  <a:srgbClr val="177E82"/>
                </a:solidFill>
                <a:latin typeface="DejaVu Sans"/>
                <a:ea typeface="DejaVu Sans"/>
                <a:cs typeface="DejaVu Sans"/>
              </a:defRPr>
            </a:lvl3pPr>
            <a:lvl4pPr>
              <a:defRPr sz="1725" b="1">
                <a:solidFill>
                  <a:srgbClr val="177E82"/>
                </a:solidFill>
                <a:latin typeface="DejaVu Sans"/>
                <a:ea typeface="DejaVu Sans"/>
                <a:cs typeface="DejaVu Sans"/>
              </a:defRPr>
            </a:lvl4pPr>
            <a:lvl5pPr>
              <a:defRPr sz="1725" b="1">
                <a:solidFill>
                  <a:srgbClr val="177E82"/>
                </a:solidFill>
                <a:latin typeface="DejaVu Sans"/>
                <a:ea typeface="DejaVu Sans"/>
                <a:cs typeface="DejaVu Sans"/>
              </a:defRPr>
            </a:lvl5pPr>
            <a:lvl6pPr>
              <a:defRPr sz="1725" b="1">
                <a:solidFill>
                  <a:srgbClr val="177E82"/>
                </a:solidFill>
                <a:latin typeface="DejaVu Sans"/>
                <a:ea typeface="DejaVu Sans"/>
                <a:cs typeface="DejaVu Sans"/>
              </a:defRPr>
            </a:lvl6pPr>
            <a:lvl7pPr>
              <a:defRPr sz="1725" b="1">
                <a:solidFill>
                  <a:srgbClr val="177E82"/>
                </a:solidFill>
                <a:latin typeface="DejaVu Sans"/>
                <a:ea typeface="DejaVu Sans"/>
                <a:cs typeface="DejaVu Sans"/>
              </a:defRPr>
            </a:lvl7pPr>
            <a:lvl8pPr>
              <a:defRPr sz="1725" b="1">
                <a:solidFill>
                  <a:srgbClr val="177E82"/>
                </a:solidFill>
                <a:latin typeface="DejaVu Sans"/>
                <a:ea typeface="DejaVu Sans"/>
                <a:cs typeface="DejaVu Sans"/>
              </a:defRPr>
            </a:lvl8pPr>
            <a:lvl9pPr>
              <a:defRPr sz="1725" b="1">
                <a:solidFill>
                  <a:srgbClr val="177E82"/>
                </a:solidFill>
                <a:latin typeface="DejaVu Sans"/>
                <a:ea typeface="DejaVu Sans"/>
                <a:cs typeface="DejaVu Sans"/>
              </a:defRPr>
            </a:lvl9pPr>
          </a:lstStyle>
          <a:p xmlns:a="http://schemas.openxmlformats.org/drawingml/2006/main">
            <a:pPr>
              <a:defRPr sz="1725" b="1">
                <a:solidFill>
                  <a:srgbClr val="177E82"/>
                </a:solidFill>
                <a:latin typeface="DejaVu Sans"/>
                <a:ea typeface="DejaVu Sans"/>
                <a:cs typeface="DejaVu Sans"/>
              </a:defRPr>
            </a:pPr>
            <a:r>
              <a:rPr sz="1725" b="1">
                <a:solidFill>
                  <a:srgbClr val="177E82"/>
                </a:solidFill>
                <a:latin typeface="DejaVu Sans"/>
                <a:ea typeface="DejaVu Sans"/>
                <a:cs typeface="DejaVu Sans"/>
              </a:rPr>
              <a:t>Academic advisers</a:t>
            </a:r>
          </a:p>
        </p:txBody>
      </p:sp>
      <p:sp>
        <p:nvSpPr>
          <p:cNvPr id="11" name="text-10">
            <a:extLst xmlns:a="http://schemas.openxmlformats.org/drawingml/2006/main">
              <a:ext uri="{FF2B5EF4-FFF2-40B4-BE49-F238E27FC236}">
                <a16:creationId xmlns:a16="http://schemas.microsoft.com/office/drawing/2014/main" id="{55F8F5E7-3DAC-48A6-A35F-C2679A5A0545}"/>
              </a:ext>
            </a:extLst>
          </p:cNvPr>
          <p:cNvSpPr>
            <a:spLocks xmlns:a="http://schemas.openxmlformats.org/drawingml/2006/main" noGrp="1"/>
          </p:cNvSpPr>
          <p:nvPr/>
        </p:nvSpPr>
        <p:spPr>
          <a:xfrm xmlns:a="http://schemas.openxmlformats.org/drawingml/2006/main">
            <a:off x="2895600" y="3343275"/>
            <a:ext cx="2857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725" b="1">
                <a:solidFill>
                  <a:srgbClr val="132D40"/>
                </a:solidFill>
                <a:latin typeface="DejaVu Sans"/>
                <a:ea typeface="DejaVu Sans"/>
                <a:cs typeface="DejaVu Sans"/>
              </a:defRPr>
            </a:defPPr>
            <a:lvl1pPr>
              <a:defRPr sz="1725" b="1">
                <a:solidFill>
                  <a:srgbClr val="132D40"/>
                </a:solidFill>
                <a:latin typeface="DejaVu Sans"/>
                <a:ea typeface="DejaVu Sans"/>
                <a:cs typeface="DejaVu Sans"/>
              </a:defRPr>
            </a:lvl1pPr>
            <a:lvl2pPr>
              <a:defRPr sz="1725" b="1">
                <a:solidFill>
                  <a:srgbClr val="132D40"/>
                </a:solidFill>
                <a:latin typeface="DejaVu Sans"/>
                <a:ea typeface="DejaVu Sans"/>
                <a:cs typeface="DejaVu Sans"/>
              </a:defRPr>
            </a:lvl2pPr>
            <a:lvl3pPr>
              <a:defRPr sz="1725" b="1">
                <a:solidFill>
                  <a:srgbClr val="132D40"/>
                </a:solidFill>
                <a:latin typeface="DejaVu Sans"/>
                <a:ea typeface="DejaVu Sans"/>
                <a:cs typeface="DejaVu Sans"/>
              </a:defRPr>
            </a:lvl3pPr>
            <a:lvl4pPr>
              <a:defRPr sz="1725" b="1">
                <a:solidFill>
                  <a:srgbClr val="132D40"/>
                </a:solidFill>
                <a:latin typeface="DejaVu Sans"/>
                <a:ea typeface="DejaVu Sans"/>
                <a:cs typeface="DejaVu Sans"/>
              </a:defRPr>
            </a:lvl4pPr>
            <a:lvl5pPr>
              <a:defRPr sz="1725" b="1">
                <a:solidFill>
                  <a:srgbClr val="132D40"/>
                </a:solidFill>
                <a:latin typeface="DejaVu Sans"/>
                <a:ea typeface="DejaVu Sans"/>
                <a:cs typeface="DejaVu Sans"/>
              </a:defRPr>
            </a:lvl5pPr>
            <a:lvl6pPr>
              <a:defRPr sz="1725" b="1">
                <a:solidFill>
                  <a:srgbClr val="132D40"/>
                </a:solidFill>
                <a:latin typeface="DejaVu Sans"/>
                <a:ea typeface="DejaVu Sans"/>
                <a:cs typeface="DejaVu Sans"/>
              </a:defRPr>
            </a:lvl6pPr>
            <a:lvl7pPr>
              <a:defRPr sz="1725" b="1">
                <a:solidFill>
                  <a:srgbClr val="132D40"/>
                </a:solidFill>
                <a:latin typeface="DejaVu Sans"/>
                <a:ea typeface="DejaVu Sans"/>
                <a:cs typeface="DejaVu Sans"/>
              </a:defRPr>
            </a:lvl7pPr>
            <a:lvl8pPr>
              <a:defRPr sz="1725" b="1">
                <a:solidFill>
                  <a:srgbClr val="132D40"/>
                </a:solidFill>
                <a:latin typeface="DejaVu Sans"/>
                <a:ea typeface="DejaVu Sans"/>
                <a:cs typeface="DejaVu Sans"/>
              </a:defRPr>
            </a:lvl8pPr>
            <a:lvl9pPr>
              <a:defRPr sz="1725" b="1">
                <a:solidFill>
                  <a:srgbClr val="132D40"/>
                </a:solidFill>
                <a:latin typeface="DejaVu Sans"/>
                <a:ea typeface="DejaVu Sans"/>
                <a:cs typeface="DejaVu Sans"/>
              </a:defRPr>
            </a:lvl9pPr>
          </a:lstStyle>
          <a:p xmlns:a="http://schemas.openxmlformats.org/drawingml/2006/main">
            <a:pPr>
              <a:defRPr sz="1725" b="1">
                <a:solidFill>
                  <a:srgbClr val="132D40"/>
                </a:solidFill>
                <a:latin typeface="DejaVu Sans"/>
                <a:ea typeface="DejaVu Sans"/>
                <a:cs typeface="DejaVu Sans"/>
              </a:defRPr>
            </a:pPr>
            <a:r>
              <a:rPr sz="1725" b="1">
                <a:solidFill>
                  <a:srgbClr val="132D40"/>
                </a:solidFill>
                <a:latin typeface="DejaVu Sans"/>
                <a:ea typeface="DejaVu Sans"/>
                <a:cs typeface="DejaVu Sans"/>
              </a:rPr>
              <a:t>High load and repeat attempts</a:t>
            </a:r>
          </a:p>
        </p:txBody>
      </p:sp>
      <p:sp>
        <p:nvSpPr>
          <p:cNvPr id="12" name="text-11">
            <a:extLst xmlns:a="http://schemas.openxmlformats.org/drawingml/2006/main">
              <a:ext uri="{FF2B5EF4-FFF2-40B4-BE49-F238E27FC236}">
                <a16:creationId xmlns:a16="http://schemas.microsoft.com/office/drawing/2014/main" id="{E96EC999-9BDF-4FFB-82B0-F83DA67648CD}"/>
              </a:ext>
            </a:extLst>
          </p:cNvPr>
          <p:cNvSpPr>
            <a:spLocks xmlns:a="http://schemas.openxmlformats.org/drawingml/2006/main" noGrp="1"/>
          </p:cNvSpPr>
          <p:nvPr/>
        </p:nvSpPr>
        <p:spPr>
          <a:xfrm xmlns:a="http://schemas.openxmlformats.org/drawingml/2006/main">
            <a:off x="6191250" y="3343275"/>
            <a:ext cx="538162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650" b="0">
                <a:solidFill>
                  <a:srgbClr val="526577"/>
                </a:solidFill>
                <a:latin typeface="DejaVu Sans"/>
                <a:ea typeface="DejaVu Sans"/>
                <a:cs typeface="DejaVu Sans"/>
              </a:defRPr>
            </a:defPPr>
            <a:lvl1pPr>
              <a:defRPr sz="1650" b="0">
                <a:solidFill>
                  <a:srgbClr val="526577"/>
                </a:solidFill>
                <a:latin typeface="DejaVu Sans"/>
                <a:ea typeface="DejaVu Sans"/>
                <a:cs typeface="DejaVu Sans"/>
              </a:defRPr>
            </a:lvl1pPr>
            <a:lvl2pPr>
              <a:defRPr sz="1650" b="0">
                <a:solidFill>
                  <a:srgbClr val="526577"/>
                </a:solidFill>
                <a:latin typeface="DejaVu Sans"/>
                <a:ea typeface="DejaVu Sans"/>
                <a:cs typeface="DejaVu Sans"/>
              </a:defRPr>
            </a:lvl2pPr>
            <a:lvl3pPr>
              <a:defRPr sz="1650" b="0">
                <a:solidFill>
                  <a:srgbClr val="526577"/>
                </a:solidFill>
                <a:latin typeface="DejaVu Sans"/>
                <a:ea typeface="DejaVu Sans"/>
                <a:cs typeface="DejaVu Sans"/>
              </a:defRPr>
            </a:lvl3pPr>
            <a:lvl4pPr>
              <a:defRPr sz="1650" b="0">
                <a:solidFill>
                  <a:srgbClr val="526577"/>
                </a:solidFill>
                <a:latin typeface="DejaVu Sans"/>
                <a:ea typeface="DejaVu Sans"/>
                <a:cs typeface="DejaVu Sans"/>
              </a:defRPr>
            </a:lvl4pPr>
            <a:lvl5pPr>
              <a:defRPr sz="1650" b="0">
                <a:solidFill>
                  <a:srgbClr val="526577"/>
                </a:solidFill>
                <a:latin typeface="DejaVu Sans"/>
                <a:ea typeface="DejaVu Sans"/>
                <a:cs typeface="DejaVu Sans"/>
              </a:defRPr>
            </a:lvl5pPr>
            <a:lvl6pPr>
              <a:defRPr sz="1650" b="0">
                <a:solidFill>
                  <a:srgbClr val="526577"/>
                </a:solidFill>
                <a:latin typeface="DejaVu Sans"/>
                <a:ea typeface="DejaVu Sans"/>
                <a:cs typeface="DejaVu Sans"/>
              </a:defRPr>
            </a:lvl6pPr>
            <a:lvl7pPr>
              <a:defRPr sz="1650" b="0">
                <a:solidFill>
                  <a:srgbClr val="526577"/>
                </a:solidFill>
                <a:latin typeface="DejaVu Sans"/>
                <a:ea typeface="DejaVu Sans"/>
                <a:cs typeface="DejaVu Sans"/>
              </a:defRPr>
            </a:lvl7pPr>
            <a:lvl8pPr>
              <a:defRPr sz="1650" b="0">
                <a:solidFill>
                  <a:srgbClr val="526577"/>
                </a:solidFill>
                <a:latin typeface="DejaVu Sans"/>
                <a:ea typeface="DejaVu Sans"/>
                <a:cs typeface="DejaVu Sans"/>
              </a:defRPr>
            </a:lvl8pPr>
            <a:lvl9pPr>
              <a:defRPr sz="1650" b="0">
                <a:solidFill>
                  <a:srgbClr val="526577"/>
                </a:solidFill>
                <a:latin typeface="DejaVu Sans"/>
                <a:ea typeface="DejaVu Sans"/>
                <a:cs typeface="DejaVu Sans"/>
              </a:defRPr>
            </a:lvl9pPr>
          </a:lstStyle>
          <a:p xmlns:a="http://schemas.openxmlformats.org/drawingml/2006/main">
            <a:pPr>
              <a:defRPr sz="1650" b="0">
                <a:solidFill>
                  <a:srgbClr val="526577"/>
                </a:solidFill>
                <a:latin typeface="DejaVu Sans"/>
                <a:ea typeface="DejaVu Sans"/>
                <a:cs typeface="DejaVu Sans"/>
              </a:defRPr>
            </a:pPr>
            <a:r>
              <a:rPr sz="1650" b="0">
                <a:solidFill>
                  <a:srgbClr val="526577"/>
                </a:solidFill>
                <a:latin typeface="DejaVu Sans"/>
                <a:ea typeface="DejaVu Sans"/>
                <a:cs typeface="DejaVu Sans"/>
              </a:rPr>
              <a:t>Agree realistic study plans and diagnostic support</a:t>
            </a:r>
          </a:p>
        </p:txBody>
      </p:sp>
      <p:sp>
        <p:nvSpPr>
          <p:cNvPr id="13" name="text-12">
            <a:extLst xmlns:a="http://schemas.openxmlformats.org/drawingml/2006/main">
              <a:ext uri="{FF2B5EF4-FFF2-40B4-BE49-F238E27FC236}">
                <a16:creationId xmlns:a16="http://schemas.microsoft.com/office/drawing/2014/main" id="{B3992F8D-3C6D-4D64-9B93-26EF6956EF45}"/>
              </a:ext>
            </a:extLst>
          </p:cNvPr>
          <p:cNvSpPr>
            <a:spLocks xmlns:a="http://schemas.openxmlformats.org/drawingml/2006/main" noGrp="1"/>
          </p:cNvSpPr>
          <p:nvPr/>
        </p:nvSpPr>
        <p:spPr>
          <a:xfrm xmlns:a="http://schemas.openxmlformats.org/drawingml/2006/main">
            <a:off x="552450" y="4133850"/>
            <a:ext cx="2190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725" b="1">
                <a:solidFill>
                  <a:srgbClr val="177E82"/>
                </a:solidFill>
                <a:latin typeface="DejaVu Sans"/>
                <a:ea typeface="DejaVu Sans"/>
                <a:cs typeface="DejaVu Sans"/>
              </a:defRPr>
            </a:defPPr>
            <a:lvl1pPr>
              <a:defRPr sz="1725" b="1">
                <a:solidFill>
                  <a:srgbClr val="177E82"/>
                </a:solidFill>
                <a:latin typeface="DejaVu Sans"/>
                <a:ea typeface="DejaVu Sans"/>
                <a:cs typeface="DejaVu Sans"/>
              </a:defRPr>
            </a:lvl1pPr>
            <a:lvl2pPr>
              <a:defRPr sz="1725" b="1">
                <a:solidFill>
                  <a:srgbClr val="177E82"/>
                </a:solidFill>
                <a:latin typeface="DejaVu Sans"/>
                <a:ea typeface="DejaVu Sans"/>
                <a:cs typeface="DejaVu Sans"/>
              </a:defRPr>
            </a:lvl2pPr>
            <a:lvl3pPr>
              <a:defRPr sz="1725" b="1">
                <a:solidFill>
                  <a:srgbClr val="177E82"/>
                </a:solidFill>
                <a:latin typeface="DejaVu Sans"/>
                <a:ea typeface="DejaVu Sans"/>
                <a:cs typeface="DejaVu Sans"/>
              </a:defRPr>
            </a:lvl3pPr>
            <a:lvl4pPr>
              <a:defRPr sz="1725" b="1">
                <a:solidFill>
                  <a:srgbClr val="177E82"/>
                </a:solidFill>
                <a:latin typeface="DejaVu Sans"/>
                <a:ea typeface="DejaVu Sans"/>
                <a:cs typeface="DejaVu Sans"/>
              </a:defRPr>
            </a:lvl4pPr>
            <a:lvl5pPr>
              <a:defRPr sz="1725" b="1">
                <a:solidFill>
                  <a:srgbClr val="177E82"/>
                </a:solidFill>
                <a:latin typeface="DejaVu Sans"/>
                <a:ea typeface="DejaVu Sans"/>
                <a:cs typeface="DejaVu Sans"/>
              </a:defRPr>
            </a:lvl5pPr>
            <a:lvl6pPr>
              <a:defRPr sz="1725" b="1">
                <a:solidFill>
                  <a:srgbClr val="177E82"/>
                </a:solidFill>
                <a:latin typeface="DejaVu Sans"/>
                <a:ea typeface="DejaVu Sans"/>
                <a:cs typeface="DejaVu Sans"/>
              </a:defRPr>
            </a:lvl6pPr>
            <a:lvl7pPr>
              <a:defRPr sz="1725" b="1">
                <a:solidFill>
                  <a:srgbClr val="177E82"/>
                </a:solidFill>
                <a:latin typeface="DejaVu Sans"/>
                <a:ea typeface="DejaVu Sans"/>
                <a:cs typeface="DejaVu Sans"/>
              </a:defRPr>
            </a:lvl7pPr>
            <a:lvl8pPr>
              <a:defRPr sz="1725" b="1">
                <a:solidFill>
                  <a:srgbClr val="177E82"/>
                </a:solidFill>
                <a:latin typeface="DejaVu Sans"/>
                <a:ea typeface="DejaVu Sans"/>
                <a:cs typeface="DejaVu Sans"/>
              </a:defRPr>
            </a:lvl8pPr>
            <a:lvl9pPr>
              <a:defRPr sz="1725" b="1">
                <a:solidFill>
                  <a:srgbClr val="177E82"/>
                </a:solidFill>
                <a:latin typeface="DejaVu Sans"/>
                <a:ea typeface="DejaVu Sans"/>
                <a:cs typeface="DejaVu Sans"/>
              </a:defRPr>
            </a:lvl9pPr>
          </a:lstStyle>
          <a:p xmlns:a="http://schemas.openxmlformats.org/drawingml/2006/main">
            <a:pPr>
              <a:defRPr sz="1725" b="1">
                <a:solidFill>
                  <a:srgbClr val="177E82"/>
                </a:solidFill>
                <a:latin typeface="DejaVu Sans"/>
                <a:ea typeface="DejaVu Sans"/>
                <a:cs typeface="DejaVu Sans"/>
              </a:defRPr>
            </a:pPr>
            <a:r>
              <a:rPr sz="1725" b="1">
                <a:solidFill>
                  <a:srgbClr val="177E82"/>
                </a:solidFill>
                <a:latin typeface="DejaVu Sans"/>
                <a:ea typeface="DejaVu Sans"/>
                <a:cs typeface="DejaVu Sans"/>
              </a:rPr>
              <a:t>Teaching teams</a:t>
            </a:r>
          </a:p>
        </p:txBody>
      </p:sp>
      <p:sp>
        <p:nvSpPr>
          <p:cNvPr id="14" name="text-13">
            <a:extLst xmlns:a="http://schemas.openxmlformats.org/drawingml/2006/main">
              <a:ext uri="{FF2B5EF4-FFF2-40B4-BE49-F238E27FC236}">
                <a16:creationId xmlns:a16="http://schemas.microsoft.com/office/drawing/2014/main" id="{293DCA13-0A29-45B5-A12B-14BF1039EEE7}"/>
              </a:ext>
            </a:extLst>
          </p:cNvPr>
          <p:cNvSpPr>
            <a:spLocks xmlns:a="http://schemas.openxmlformats.org/drawingml/2006/main" noGrp="1"/>
          </p:cNvSpPr>
          <p:nvPr/>
        </p:nvSpPr>
        <p:spPr>
          <a:xfrm xmlns:a="http://schemas.openxmlformats.org/drawingml/2006/main">
            <a:off x="2895600" y="4133850"/>
            <a:ext cx="2857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725" b="1">
                <a:solidFill>
                  <a:srgbClr val="132D40"/>
                </a:solidFill>
                <a:latin typeface="DejaVu Sans"/>
                <a:ea typeface="DejaVu Sans"/>
                <a:cs typeface="DejaVu Sans"/>
              </a:defRPr>
            </a:defPPr>
            <a:lvl1pPr>
              <a:defRPr sz="1725" b="1">
                <a:solidFill>
                  <a:srgbClr val="132D40"/>
                </a:solidFill>
                <a:latin typeface="DejaVu Sans"/>
                <a:ea typeface="DejaVu Sans"/>
                <a:cs typeface="DejaVu Sans"/>
              </a:defRPr>
            </a:lvl1pPr>
            <a:lvl2pPr>
              <a:defRPr sz="1725" b="1">
                <a:solidFill>
                  <a:srgbClr val="132D40"/>
                </a:solidFill>
                <a:latin typeface="DejaVu Sans"/>
                <a:ea typeface="DejaVu Sans"/>
                <a:cs typeface="DejaVu Sans"/>
              </a:defRPr>
            </a:lvl2pPr>
            <a:lvl3pPr>
              <a:defRPr sz="1725" b="1">
                <a:solidFill>
                  <a:srgbClr val="132D40"/>
                </a:solidFill>
                <a:latin typeface="DejaVu Sans"/>
                <a:ea typeface="DejaVu Sans"/>
                <a:cs typeface="DejaVu Sans"/>
              </a:defRPr>
            </a:lvl3pPr>
            <a:lvl4pPr>
              <a:defRPr sz="1725" b="1">
                <a:solidFill>
                  <a:srgbClr val="132D40"/>
                </a:solidFill>
                <a:latin typeface="DejaVu Sans"/>
                <a:ea typeface="DejaVu Sans"/>
                <a:cs typeface="DejaVu Sans"/>
              </a:defRPr>
            </a:lvl4pPr>
            <a:lvl5pPr>
              <a:defRPr sz="1725" b="1">
                <a:solidFill>
                  <a:srgbClr val="132D40"/>
                </a:solidFill>
                <a:latin typeface="DejaVu Sans"/>
                <a:ea typeface="DejaVu Sans"/>
                <a:cs typeface="DejaVu Sans"/>
              </a:defRPr>
            </a:lvl5pPr>
            <a:lvl6pPr>
              <a:defRPr sz="1725" b="1">
                <a:solidFill>
                  <a:srgbClr val="132D40"/>
                </a:solidFill>
                <a:latin typeface="DejaVu Sans"/>
                <a:ea typeface="DejaVu Sans"/>
                <a:cs typeface="DejaVu Sans"/>
              </a:defRPr>
            </a:lvl6pPr>
            <a:lvl7pPr>
              <a:defRPr sz="1725" b="1">
                <a:solidFill>
                  <a:srgbClr val="132D40"/>
                </a:solidFill>
                <a:latin typeface="DejaVu Sans"/>
                <a:ea typeface="DejaVu Sans"/>
                <a:cs typeface="DejaVu Sans"/>
              </a:defRPr>
            </a:lvl7pPr>
            <a:lvl8pPr>
              <a:defRPr sz="1725" b="1">
                <a:solidFill>
                  <a:srgbClr val="132D40"/>
                </a:solidFill>
                <a:latin typeface="DejaVu Sans"/>
                <a:ea typeface="DejaVu Sans"/>
                <a:cs typeface="DejaVu Sans"/>
              </a:defRPr>
            </a:lvl8pPr>
            <a:lvl9pPr>
              <a:defRPr sz="1725" b="1">
                <a:solidFill>
                  <a:srgbClr val="132D40"/>
                </a:solidFill>
                <a:latin typeface="DejaVu Sans"/>
                <a:ea typeface="DejaVu Sans"/>
                <a:cs typeface="DejaVu Sans"/>
              </a:defRPr>
            </a:lvl9pPr>
          </a:lstStyle>
          <a:p xmlns:a="http://schemas.openxmlformats.org/drawingml/2006/main">
            <a:pPr>
              <a:defRPr sz="1725" b="1">
                <a:solidFill>
                  <a:srgbClr val="132D40"/>
                </a:solidFill>
                <a:latin typeface="DejaVu Sans"/>
                <a:ea typeface="DejaVu Sans"/>
                <a:cs typeface="DejaVu Sans"/>
              </a:defRPr>
            </a:pPr>
            <a:r>
              <a:rPr sz="1725" b="1">
                <a:solidFill>
                  <a:srgbClr val="132D40"/>
                </a:solidFill>
                <a:latin typeface="DejaVu Sans"/>
                <a:ea typeface="DejaVu Sans"/>
                <a:cs typeface="DejaVu Sans"/>
              </a:rPr>
              <a:t>GGG, EEE, FFF and CCC</a:t>
            </a:r>
          </a:p>
        </p:txBody>
      </p:sp>
      <p:sp>
        <p:nvSpPr>
          <p:cNvPr id="15" name="text-14">
            <a:extLst xmlns:a="http://schemas.openxmlformats.org/drawingml/2006/main">
              <a:ext uri="{FF2B5EF4-FFF2-40B4-BE49-F238E27FC236}">
                <a16:creationId xmlns:a16="http://schemas.microsoft.com/office/drawing/2014/main" id="{E09AAB11-6B02-4EC6-BC93-DFA9FF70945C}"/>
              </a:ext>
            </a:extLst>
          </p:cNvPr>
          <p:cNvSpPr>
            <a:spLocks xmlns:a="http://schemas.openxmlformats.org/drawingml/2006/main" noGrp="1"/>
          </p:cNvSpPr>
          <p:nvPr/>
        </p:nvSpPr>
        <p:spPr>
          <a:xfrm xmlns:a="http://schemas.openxmlformats.org/drawingml/2006/main">
            <a:off x="6191250" y="4133850"/>
            <a:ext cx="538162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650" b="0">
                <a:solidFill>
                  <a:srgbClr val="526577"/>
                </a:solidFill>
                <a:latin typeface="DejaVu Sans"/>
                <a:ea typeface="DejaVu Sans"/>
                <a:cs typeface="DejaVu Sans"/>
              </a:defRPr>
            </a:defPPr>
            <a:lvl1pPr>
              <a:defRPr sz="1650" b="0">
                <a:solidFill>
                  <a:srgbClr val="526577"/>
                </a:solidFill>
                <a:latin typeface="DejaVu Sans"/>
                <a:ea typeface="DejaVu Sans"/>
                <a:cs typeface="DejaVu Sans"/>
              </a:defRPr>
            </a:lvl1pPr>
            <a:lvl2pPr>
              <a:defRPr sz="1650" b="0">
                <a:solidFill>
                  <a:srgbClr val="526577"/>
                </a:solidFill>
                <a:latin typeface="DejaVu Sans"/>
                <a:ea typeface="DejaVu Sans"/>
                <a:cs typeface="DejaVu Sans"/>
              </a:defRPr>
            </a:lvl2pPr>
            <a:lvl3pPr>
              <a:defRPr sz="1650" b="0">
                <a:solidFill>
                  <a:srgbClr val="526577"/>
                </a:solidFill>
                <a:latin typeface="DejaVu Sans"/>
                <a:ea typeface="DejaVu Sans"/>
                <a:cs typeface="DejaVu Sans"/>
              </a:defRPr>
            </a:lvl3pPr>
            <a:lvl4pPr>
              <a:defRPr sz="1650" b="0">
                <a:solidFill>
                  <a:srgbClr val="526577"/>
                </a:solidFill>
                <a:latin typeface="DejaVu Sans"/>
                <a:ea typeface="DejaVu Sans"/>
                <a:cs typeface="DejaVu Sans"/>
              </a:defRPr>
            </a:lvl4pPr>
            <a:lvl5pPr>
              <a:defRPr sz="1650" b="0">
                <a:solidFill>
                  <a:srgbClr val="526577"/>
                </a:solidFill>
                <a:latin typeface="DejaVu Sans"/>
                <a:ea typeface="DejaVu Sans"/>
                <a:cs typeface="DejaVu Sans"/>
              </a:defRPr>
            </a:lvl5pPr>
            <a:lvl6pPr>
              <a:defRPr sz="1650" b="0">
                <a:solidFill>
                  <a:srgbClr val="526577"/>
                </a:solidFill>
                <a:latin typeface="DejaVu Sans"/>
                <a:ea typeface="DejaVu Sans"/>
                <a:cs typeface="DejaVu Sans"/>
              </a:defRPr>
            </a:lvl6pPr>
            <a:lvl7pPr>
              <a:defRPr sz="1650" b="0">
                <a:solidFill>
                  <a:srgbClr val="526577"/>
                </a:solidFill>
                <a:latin typeface="DejaVu Sans"/>
                <a:ea typeface="DejaVu Sans"/>
                <a:cs typeface="DejaVu Sans"/>
              </a:defRPr>
            </a:lvl7pPr>
            <a:lvl8pPr>
              <a:defRPr sz="1650" b="0">
                <a:solidFill>
                  <a:srgbClr val="526577"/>
                </a:solidFill>
                <a:latin typeface="DejaVu Sans"/>
                <a:ea typeface="DejaVu Sans"/>
                <a:cs typeface="DejaVu Sans"/>
              </a:defRPr>
            </a:lvl8pPr>
            <a:lvl9pPr>
              <a:defRPr sz="1650" b="0">
                <a:solidFill>
                  <a:srgbClr val="526577"/>
                </a:solidFill>
                <a:latin typeface="DejaVu Sans"/>
                <a:ea typeface="DejaVu Sans"/>
                <a:cs typeface="DejaVu Sans"/>
              </a:defRPr>
            </a:lvl9pPr>
          </a:lstStyle>
          <a:p xmlns:a="http://schemas.openxmlformats.org/drawingml/2006/main">
            <a:pPr>
              <a:defRPr sz="1650" b="0">
                <a:solidFill>
                  <a:srgbClr val="526577"/>
                </a:solidFill>
                <a:latin typeface="DejaVu Sans"/>
                <a:ea typeface="DejaVu Sans"/>
                <a:cs typeface="DejaVu Sans"/>
              </a:defRPr>
            </a:pPr>
            <a:r>
              <a:rPr sz="1650" b="0">
                <a:solidFill>
                  <a:srgbClr val="526577"/>
                </a:solidFill>
                <a:latin typeface="DejaVu Sans"/>
                <a:ea typeface="DejaVu Sans"/>
                <a:cs typeface="DejaVu Sans"/>
              </a:rPr>
              <a:t>Address missing submissions and deadline difficulties</a:t>
            </a:r>
          </a:p>
        </p:txBody>
      </p:sp>
      <p:sp>
        <p:nvSpPr>
          <p:cNvPr id="16" name="text-15">
            <a:extLst xmlns:a="http://schemas.openxmlformats.org/drawingml/2006/main">
              <a:ext uri="{FF2B5EF4-FFF2-40B4-BE49-F238E27FC236}">
                <a16:creationId xmlns:a16="http://schemas.microsoft.com/office/drawing/2014/main" id="{2ADBD618-DE19-43E7-ADB8-3130743CCA3C}"/>
              </a:ext>
            </a:extLst>
          </p:cNvPr>
          <p:cNvSpPr>
            <a:spLocks xmlns:a="http://schemas.openxmlformats.org/drawingml/2006/main" noGrp="1"/>
          </p:cNvSpPr>
          <p:nvPr/>
        </p:nvSpPr>
        <p:spPr>
          <a:xfrm xmlns:a="http://schemas.openxmlformats.org/drawingml/2006/main">
            <a:off x="552450" y="4924425"/>
            <a:ext cx="2190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725" b="1">
                <a:solidFill>
                  <a:srgbClr val="177E82"/>
                </a:solidFill>
                <a:latin typeface="DejaVu Sans"/>
                <a:ea typeface="DejaVu Sans"/>
                <a:cs typeface="DejaVu Sans"/>
              </a:defRPr>
            </a:defPPr>
            <a:lvl1pPr>
              <a:defRPr sz="1725" b="1">
                <a:solidFill>
                  <a:srgbClr val="177E82"/>
                </a:solidFill>
                <a:latin typeface="DejaVu Sans"/>
                <a:ea typeface="DejaVu Sans"/>
                <a:cs typeface="DejaVu Sans"/>
              </a:defRPr>
            </a:lvl1pPr>
            <a:lvl2pPr>
              <a:defRPr sz="1725" b="1">
                <a:solidFill>
                  <a:srgbClr val="177E82"/>
                </a:solidFill>
                <a:latin typeface="DejaVu Sans"/>
                <a:ea typeface="DejaVu Sans"/>
                <a:cs typeface="DejaVu Sans"/>
              </a:defRPr>
            </a:lvl2pPr>
            <a:lvl3pPr>
              <a:defRPr sz="1725" b="1">
                <a:solidFill>
                  <a:srgbClr val="177E82"/>
                </a:solidFill>
                <a:latin typeface="DejaVu Sans"/>
                <a:ea typeface="DejaVu Sans"/>
                <a:cs typeface="DejaVu Sans"/>
              </a:defRPr>
            </a:lvl3pPr>
            <a:lvl4pPr>
              <a:defRPr sz="1725" b="1">
                <a:solidFill>
                  <a:srgbClr val="177E82"/>
                </a:solidFill>
                <a:latin typeface="DejaVu Sans"/>
                <a:ea typeface="DejaVu Sans"/>
                <a:cs typeface="DejaVu Sans"/>
              </a:defRPr>
            </a:lvl4pPr>
            <a:lvl5pPr>
              <a:defRPr sz="1725" b="1">
                <a:solidFill>
                  <a:srgbClr val="177E82"/>
                </a:solidFill>
                <a:latin typeface="DejaVu Sans"/>
                <a:ea typeface="DejaVu Sans"/>
                <a:cs typeface="DejaVu Sans"/>
              </a:defRPr>
            </a:lvl5pPr>
            <a:lvl6pPr>
              <a:defRPr sz="1725" b="1">
                <a:solidFill>
                  <a:srgbClr val="177E82"/>
                </a:solidFill>
                <a:latin typeface="DejaVu Sans"/>
                <a:ea typeface="DejaVu Sans"/>
                <a:cs typeface="DejaVu Sans"/>
              </a:defRPr>
            </a:lvl6pPr>
            <a:lvl7pPr>
              <a:defRPr sz="1725" b="1">
                <a:solidFill>
                  <a:srgbClr val="177E82"/>
                </a:solidFill>
                <a:latin typeface="DejaVu Sans"/>
                <a:ea typeface="DejaVu Sans"/>
                <a:cs typeface="DejaVu Sans"/>
              </a:defRPr>
            </a:lvl7pPr>
            <a:lvl8pPr>
              <a:defRPr sz="1725" b="1">
                <a:solidFill>
                  <a:srgbClr val="177E82"/>
                </a:solidFill>
                <a:latin typeface="DejaVu Sans"/>
                <a:ea typeface="DejaVu Sans"/>
                <a:cs typeface="DejaVu Sans"/>
              </a:defRPr>
            </a:lvl8pPr>
            <a:lvl9pPr>
              <a:defRPr sz="1725" b="1">
                <a:solidFill>
                  <a:srgbClr val="177E82"/>
                </a:solidFill>
                <a:latin typeface="DejaVu Sans"/>
                <a:ea typeface="DejaVu Sans"/>
                <a:cs typeface="DejaVu Sans"/>
              </a:defRPr>
            </a:lvl9pPr>
          </a:lstStyle>
          <a:p xmlns:a="http://schemas.openxmlformats.org/drawingml/2006/main">
            <a:pPr>
              <a:defRPr sz="1725" b="1">
                <a:solidFill>
                  <a:srgbClr val="177E82"/>
                </a:solidFill>
                <a:latin typeface="DejaVu Sans"/>
                <a:ea typeface="DejaVu Sans"/>
                <a:cs typeface="DejaVu Sans"/>
              </a:defRPr>
            </a:pPr>
            <a:r>
              <a:rPr sz="1725" b="1">
                <a:solidFill>
                  <a:srgbClr val="177E82"/>
                </a:solidFill>
                <a:latin typeface="DejaVu Sans"/>
                <a:ea typeface="DejaVu Sans"/>
                <a:cs typeface="DejaVu Sans"/>
              </a:rPr>
              <a:t>Access support</a:t>
            </a:r>
          </a:p>
        </p:txBody>
      </p:sp>
      <p:sp>
        <p:nvSpPr>
          <p:cNvPr id="17" name="text-16">
            <a:extLst xmlns:a="http://schemas.openxmlformats.org/drawingml/2006/main">
              <a:ext uri="{FF2B5EF4-FFF2-40B4-BE49-F238E27FC236}">
                <a16:creationId xmlns:a16="http://schemas.microsoft.com/office/drawing/2014/main" id="{0DB74986-C5CC-47F0-97D2-4AA8F5AE9C0A}"/>
              </a:ext>
            </a:extLst>
          </p:cNvPr>
          <p:cNvSpPr>
            <a:spLocks xmlns:a="http://schemas.openxmlformats.org/drawingml/2006/main" noGrp="1"/>
          </p:cNvSpPr>
          <p:nvPr/>
        </p:nvSpPr>
        <p:spPr>
          <a:xfrm xmlns:a="http://schemas.openxmlformats.org/drawingml/2006/main">
            <a:off x="2895600" y="4924425"/>
            <a:ext cx="2857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725" b="1">
                <a:solidFill>
                  <a:srgbClr val="132D40"/>
                </a:solidFill>
                <a:latin typeface="DejaVu Sans"/>
                <a:ea typeface="DejaVu Sans"/>
                <a:cs typeface="DejaVu Sans"/>
              </a:defRPr>
            </a:defPPr>
            <a:lvl1pPr>
              <a:defRPr sz="1725" b="1">
                <a:solidFill>
                  <a:srgbClr val="132D40"/>
                </a:solidFill>
                <a:latin typeface="DejaVu Sans"/>
                <a:ea typeface="DejaVu Sans"/>
                <a:cs typeface="DejaVu Sans"/>
              </a:defRPr>
            </a:lvl1pPr>
            <a:lvl2pPr>
              <a:defRPr sz="1725" b="1">
                <a:solidFill>
                  <a:srgbClr val="132D40"/>
                </a:solidFill>
                <a:latin typeface="DejaVu Sans"/>
                <a:ea typeface="DejaVu Sans"/>
                <a:cs typeface="DejaVu Sans"/>
              </a:defRPr>
            </a:lvl2pPr>
            <a:lvl3pPr>
              <a:defRPr sz="1725" b="1">
                <a:solidFill>
                  <a:srgbClr val="132D40"/>
                </a:solidFill>
                <a:latin typeface="DejaVu Sans"/>
                <a:ea typeface="DejaVu Sans"/>
                <a:cs typeface="DejaVu Sans"/>
              </a:defRPr>
            </a:lvl3pPr>
            <a:lvl4pPr>
              <a:defRPr sz="1725" b="1">
                <a:solidFill>
                  <a:srgbClr val="132D40"/>
                </a:solidFill>
                <a:latin typeface="DejaVu Sans"/>
                <a:ea typeface="DejaVu Sans"/>
                <a:cs typeface="DejaVu Sans"/>
              </a:defRPr>
            </a:lvl4pPr>
            <a:lvl5pPr>
              <a:defRPr sz="1725" b="1">
                <a:solidFill>
                  <a:srgbClr val="132D40"/>
                </a:solidFill>
                <a:latin typeface="DejaVu Sans"/>
                <a:ea typeface="DejaVu Sans"/>
                <a:cs typeface="DejaVu Sans"/>
              </a:defRPr>
            </a:lvl5pPr>
            <a:lvl6pPr>
              <a:defRPr sz="1725" b="1">
                <a:solidFill>
                  <a:srgbClr val="132D40"/>
                </a:solidFill>
                <a:latin typeface="DejaVu Sans"/>
                <a:ea typeface="DejaVu Sans"/>
                <a:cs typeface="DejaVu Sans"/>
              </a:defRPr>
            </a:lvl6pPr>
            <a:lvl7pPr>
              <a:defRPr sz="1725" b="1">
                <a:solidFill>
                  <a:srgbClr val="132D40"/>
                </a:solidFill>
                <a:latin typeface="DejaVu Sans"/>
                <a:ea typeface="DejaVu Sans"/>
                <a:cs typeface="DejaVu Sans"/>
              </a:defRPr>
            </a:lvl7pPr>
            <a:lvl8pPr>
              <a:defRPr sz="1725" b="1">
                <a:solidFill>
                  <a:srgbClr val="132D40"/>
                </a:solidFill>
                <a:latin typeface="DejaVu Sans"/>
                <a:ea typeface="DejaVu Sans"/>
                <a:cs typeface="DejaVu Sans"/>
              </a:defRPr>
            </a:lvl8pPr>
            <a:lvl9pPr>
              <a:defRPr sz="1725" b="1">
                <a:solidFill>
                  <a:srgbClr val="132D40"/>
                </a:solidFill>
                <a:latin typeface="DejaVu Sans"/>
                <a:ea typeface="DejaVu Sans"/>
                <a:cs typeface="DejaVu Sans"/>
              </a:defRPr>
            </a:lvl9pPr>
          </a:lstStyle>
          <a:p xmlns:a="http://schemas.openxmlformats.org/drawingml/2006/main">
            <a:pPr>
              <a:defRPr sz="1725" b="1">
                <a:solidFill>
                  <a:srgbClr val="132D40"/>
                </a:solidFill>
                <a:latin typeface="DejaVu Sans"/>
                <a:ea typeface="DejaVu Sans"/>
                <a:cs typeface="DejaVu Sans"/>
              </a:defRPr>
            </a:pPr>
            <a:r>
              <a:rPr sz="1725" b="1">
                <a:solidFill>
                  <a:srgbClr val="132D40"/>
                </a:solidFill>
                <a:latin typeface="DejaVu Sans"/>
                <a:ea typeface="DejaVu Sans"/>
                <a:cs typeface="DejaVu Sans"/>
              </a:rPr>
              <a:t>Students facing access barriers</a:t>
            </a:r>
          </a:p>
        </p:txBody>
      </p:sp>
      <p:sp>
        <p:nvSpPr>
          <p:cNvPr id="18" name="text-17">
            <a:extLst xmlns:a="http://schemas.openxmlformats.org/drawingml/2006/main">
              <a:ext uri="{FF2B5EF4-FFF2-40B4-BE49-F238E27FC236}">
                <a16:creationId xmlns:a16="http://schemas.microsoft.com/office/drawing/2014/main" id="{98ABA6D9-E889-4B81-926B-204C2DCFB595}"/>
              </a:ext>
            </a:extLst>
          </p:cNvPr>
          <p:cNvSpPr>
            <a:spLocks xmlns:a="http://schemas.openxmlformats.org/drawingml/2006/main" noGrp="1"/>
          </p:cNvSpPr>
          <p:nvPr/>
        </p:nvSpPr>
        <p:spPr>
          <a:xfrm xmlns:a="http://schemas.openxmlformats.org/drawingml/2006/main">
            <a:off x="6191250" y="4924425"/>
            <a:ext cx="538162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650" b="0">
                <a:solidFill>
                  <a:srgbClr val="526577"/>
                </a:solidFill>
                <a:latin typeface="DejaVu Sans"/>
                <a:ea typeface="DejaVu Sans"/>
                <a:cs typeface="DejaVu Sans"/>
              </a:defRPr>
            </a:defPPr>
            <a:lvl1pPr>
              <a:defRPr sz="1650" b="0">
                <a:solidFill>
                  <a:srgbClr val="526577"/>
                </a:solidFill>
                <a:latin typeface="DejaVu Sans"/>
                <a:ea typeface="DejaVu Sans"/>
                <a:cs typeface="DejaVu Sans"/>
              </a:defRPr>
            </a:lvl1pPr>
            <a:lvl2pPr>
              <a:defRPr sz="1650" b="0">
                <a:solidFill>
                  <a:srgbClr val="526577"/>
                </a:solidFill>
                <a:latin typeface="DejaVu Sans"/>
                <a:ea typeface="DejaVu Sans"/>
                <a:cs typeface="DejaVu Sans"/>
              </a:defRPr>
            </a:lvl2pPr>
            <a:lvl3pPr>
              <a:defRPr sz="1650" b="0">
                <a:solidFill>
                  <a:srgbClr val="526577"/>
                </a:solidFill>
                <a:latin typeface="DejaVu Sans"/>
                <a:ea typeface="DejaVu Sans"/>
                <a:cs typeface="DejaVu Sans"/>
              </a:defRPr>
            </a:lvl3pPr>
            <a:lvl4pPr>
              <a:defRPr sz="1650" b="0">
                <a:solidFill>
                  <a:srgbClr val="526577"/>
                </a:solidFill>
                <a:latin typeface="DejaVu Sans"/>
                <a:ea typeface="DejaVu Sans"/>
                <a:cs typeface="DejaVu Sans"/>
              </a:defRPr>
            </a:lvl4pPr>
            <a:lvl5pPr>
              <a:defRPr sz="1650" b="0">
                <a:solidFill>
                  <a:srgbClr val="526577"/>
                </a:solidFill>
                <a:latin typeface="DejaVu Sans"/>
                <a:ea typeface="DejaVu Sans"/>
                <a:cs typeface="DejaVu Sans"/>
              </a:defRPr>
            </a:lvl5pPr>
            <a:lvl6pPr>
              <a:defRPr sz="1650" b="0">
                <a:solidFill>
                  <a:srgbClr val="526577"/>
                </a:solidFill>
                <a:latin typeface="DejaVu Sans"/>
                <a:ea typeface="DejaVu Sans"/>
                <a:cs typeface="DejaVu Sans"/>
              </a:defRPr>
            </a:lvl6pPr>
            <a:lvl7pPr>
              <a:defRPr sz="1650" b="0">
                <a:solidFill>
                  <a:srgbClr val="526577"/>
                </a:solidFill>
                <a:latin typeface="DejaVu Sans"/>
                <a:ea typeface="DejaVu Sans"/>
                <a:cs typeface="DejaVu Sans"/>
              </a:defRPr>
            </a:lvl7pPr>
            <a:lvl8pPr>
              <a:defRPr sz="1650" b="0">
                <a:solidFill>
                  <a:srgbClr val="526577"/>
                </a:solidFill>
                <a:latin typeface="DejaVu Sans"/>
                <a:ea typeface="DejaVu Sans"/>
                <a:cs typeface="DejaVu Sans"/>
              </a:defRPr>
            </a:lvl8pPr>
            <a:lvl9pPr>
              <a:defRPr sz="1650" b="0">
                <a:solidFill>
                  <a:srgbClr val="526577"/>
                </a:solidFill>
                <a:latin typeface="DejaVu Sans"/>
                <a:ea typeface="DejaVu Sans"/>
                <a:cs typeface="DejaVu Sans"/>
              </a:defRPr>
            </a:lvl9pPr>
          </a:lstStyle>
          <a:p xmlns:a="http://schemas.openxmlformats.org/drawingml/2006/main">
            <a:pPr>
              <a:defRPr sz="1650" b="0">
                <a:solidFill>
                  <a:srgbClr val="526577"/>
                </a:solidFill>
                <a:latin typeface="DejaVu Sans"/>
                <a:ea typeface="DejaVu Sans"/>
                <a:cs typeface="DejaVu Sans"/>
              </a:defRPr>
            </a:pPr>
            <a:r>
              <a:rPr sz="1650" b="0">
                <a:solidFill>
                  <a:srgbClr val="526577"/>
                </a:solidFill>
                <a:latin typeface="DejaVu Sans"/>
                <a:ea typeface="DejaVu Sans"/>
                <a:cs typeface="DejaVu Sans"/>
              </a:rPr>
              <a:t>Offer low-data resources and flexible support hours</a:t>
            </a:r>
          </a:p>
        </p:txBody>
      </p:sp>
    </p:spTree>
    <p:extLst>
      <p:ext uri="{BB962C8B-B14F-4D97-AF65-F5344CB8AC3E}">
        <p14:creationId xmlns:p14="http://schemas.microsoft.com/office/powerpoint/2010/main" val="1335508491"/>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text-0">
            <a:extLst xmlns:a="http://schemas.openxmlformats.org/drawingml/2006/main">
              <a:ext uri="{FF2B5EF4-FFF2-40B4-BE49-F238E27FC236}">
                <a16:creationId xmlns:a16="http://schemas.microsoft.com/office/drawing/2014/main" id="{398ACEE4-FF1B-4FB9-A203-E276D6AAD152}"/>
              </a:ext>
            </a:extLst>
          </p:cNvPr>
          <p:cNvSpPr>
            <a:spLocks xmlns:a="http://schemas.openxmlformats.org/drawingml/2006/main" noGrp="1"/>
          </p:cNvSpPr>
          <p:nvPr/>
        </p:nvSpPr>
        <p:spPr>
          <a:xfrm xmlns:a="http://schemas.openxmlformats.org/drawingml/2006/main">
            <a:off x="514350" y="323850"/>
            <a:ext cx="111633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000" b="1">
                <a:solidFill>
                  <a:srgbClr val="132D40"/>
                </a:solidFill>
                <a:latin typeface="DejaVu Sans"/>
                <a:ea typeface="DejaVu Sans"/>
                <a:cs typeface="DejaVu Sans"/>
              </a:defRPr>
            </a:defPPr>
            <a:lvl1pPr>
              <a:defRPr sz="3000" b="1">
                <a:solidFill>
                  <a:srgbClr val="132D40"/>
                </a:solidFill>
                <a:latin typeface="DejaVu Sans"/>
                <a:ea typeface="DejaVu Sans"/>
                <a:cs typeface="DejaVu Sans"/>
              </a:defRPr>
            </a:lvl1pPr>
            <a:lvl2pPr>
              <a:defRPr sz="3000" b="1">
                <a:solidFill>
                  <a:srgbClr val="132D40"/>
                </a:solidFill>
                <a:latin typeface="DejaVu Sans"/>
                <a:ea typeface="DejaVu Sans"/>
                <a:cs typeface="DejaVu Sans"/>
              </a:defRPr>
            </a:lvl2pPr>
            <a:lvl3pPr>
              <a:defRPr sz="3000" b="1">
                <a:solidFill>
                  <a:srgbClr val="132D40"/>
                </a:solidFill>
                <a:latin typeface="DejaVu Sans"/>
                <a:ea typeface="DejaVu Sans"/>
                <a:cs typeface="DejaVu Sans"/>
              </a:defRPr>
            </a:lvl3pPr>
            <a:lvl4pPr>
              <a:defRPr sz="3000" b="1">
                <a:solidFill>
                  <a:srgbClr val="132D40"/>
                </a:solidFill>
                <a:latin typeface="DejaVu Sans"/>
                <a:ea typeface="DejaVu Sans"/>
                <a:cs typeface="DejaVu Sans"/>
              </a:defRPr>
            </a:lvl4pPr>
            <a:lvl5pPr>
              <a:defRPr sz="3000" b="1">
                <a:solidFill>
                  <a:srgbClr val="132D40"/>
                </a:solidFill>
                <a:latin typeface="DejaVu Sans"/>
                <a:ea typeface="DejaVu Sans"/>
                <a:cs typeface="DejaVu Sans"/>
              </a:defRPr>
            </a:lvl5pPr>
            <a:lvl6pPr>
              <a:defRPr sz="3000" b="1">
                <a:solidFill>
                  <a:srgbClr val="132D40"/>
                </a:solidFill>
                <a:latin typeface="DejaVu Sans"/>
                <a:ea typeface="DejaVu Sans"/>
                <a:cs typeface="DejaVu Sans"/>
              </a:defRPr>
            </a:lvl6pPr>
            <a:lvl7pPr>
              <a:defRPr sz="3000" b="1">
                <a:solidFill>
                  <a:srgbClr val="132D40"/>
                </a:solidFill>
                <a:latin typeface="DejaVu Sans"/>
                <a:ea typeface="DejaVu Sans"/>
                <a:cs typeface="DejaVu Sans"/>
              </a:defRPr>
            </a:lvl7pPr>
            <a:lvl8pPr>
              <a:defRPr sz="3000" b="1">
                <a:solidFill>
                  <a:srgbClr val="132D40"/>
                </a:solidFill>
                <a:latin typeface="DejaVu Sans"/>
                <a:ea typeface="DejaVu Sans"/>
                <a:cs typeface="DejaVu Sans"/>
              </a:defRPr>
            </a:lvl8pPr>
            <a:lvl9pPr>
              <a:defRPr sz="3000" b="1">
                <a:solidFill>
                  <a:srgbClr val="132D40"/>
                </a:solidFill>
                <a:latin typeface="DejaVu Sans"/>
                <a:ea typeface="DejaVu Sans"/>
                <a:cs typeface="DejaVu Sans"/>
              </a:defRPr>
            </a:lvl9pPr>
          </a:lstStyle>
          <a:p xmlns:a="http://schemas.openxmlformats.org/drawingml/2006/main">
            <a:pPr>
              <a:defRPr sz="3000" b="1">
                <a:solidFill>
                  <a:srgbClr val="132D40"/>
                </a:solidFill>
                <a:latin typeface="DejaVu Sans"/>
                <a:ea typeface="DejaVu Sans"/>
                <a:cs typeface="DejaVu Sans"/>
              </a:defRPr>
            </a:pPr>
            <a:r>
              <a:rPr sz="3000" b="1">
                <a:solidFill>
                  <a:srgbClr val="132D40"/>
                </a:solidFill>
                <a:latin typeface="DejaVu Sans"/>
                <a:ea typeface="DejaVu Sans"/>
                <a:cs typeface="DejaVu Sans"/>
              </a:rPr>
              <a:t>Pilot evaluation and stakeholder decisions</a:t>
            </a:r>
          </a:p>
        </p:txBody>
      </p:sp>
      <p:sp>
        <p:nvSpPr>
          <p:cNvPr id="2" name="text-1">
            <a:extLst xmlns:a="http://schemas.openxmlformats.org/drawingml/2006/main">
              <a:ext uri="{FF2B5EF4-FFF2-40B4-BE49-F238E27FC236}">
                <a16:creationId xmlns:a16="http://schemas.microsoft.com/office/drawing/2014/main" id="{D3915858-1E5B-4FA5-9F2B-E1DEEED36171}"/>
              </a:ext>
            </a:extLst>
          </p:cNvPr>
          <p:cNvSpPr>
            <a:spLocks xmlns:a="http://schemas.openxmlformats.org/drawingml/2006/main" noGrp="1"/>
          </p:cNvSpPr>
          <p:nvPr/>
        </p:nvSpPr>
        <p:spPr>
          <a:xfrm xmlns:a="http://schemas.openxmlformats.org/drawingml/2006/main">
            <a:off x="533400" y="1362075"/>
            <a:ext cx="1104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500" b="0">
                <a:solidFill>
                  <a:srgbClr val="526577"/>
                </a:solidFill>
                <a:latin typeface="DejaVu Sans"/>
                <a:ea typeface="DejaVu Sans"/>
                <a:cs typeface="DejaVu Sans"/>
              </a:defRPr>
            </a:defPPr>
            <a:lvl1pPr>
              <a:defRPr sz="1500" b="0">
                <a:solidFill>
                  <a:srgbClr val="526577"/>
                </a:solidFill>
                <a:latin typeface="DejaVu Sans"/>
                <a:ea typeface="DejaVu Sans"/>
                <a:cs typeface="DejaVu Sans"/>
              </a:defRPr>
            </a:lvl1pPr>
            <a:lvl2pPr>
              <a:defRPr sz="1500" b="0">
                <a:solidFill>
                  <a:srgbClr val="526577"/>
                </a:solidFill>
                <a:latin typeface="DejaVu Sans"/>
                <a:ea typeface="DejaVu Sans"/>
                <a:cs typeface="DejaVu Sans"/>
              </a:defRPr>
            </a:lvl2pPr>
            <a:lvl3pPr>
              <a:defRPr sz="1500" b="0">
                <a:solidFill>
                  <a:srgbClr val="526577"/>
                </a:solidFill>
                <a:latin typeface="DejaVu Sans"/>
                <a:ea typeface="DejaVu Sans"/>
                <a:cs typeface="DejaVu Sans"/>
              </a:defRPr>
            </a:lvl3pPr>
            <a:lvl4pPr>
              <a:defRPr sz="1500" b="0">
                <a:solidFill>
                  <a:srgbClr val="526577"/>
                </a:solidFill>
                <a:latin typeface="DejaVu Sans"/>
                <a:ea typeface="DejaVu Sans"/>
                <a:cs typeface="DejaVu Sans"/>
              </a:defRPr>
            </a:lvl4pPr>
            <a:lvl5pPr>
              <a:defRPr sz="1500" b="0">
                <a:solidFill>
                  <a:srgbClr val="526577"/>
                </a:solidFill>
                <a:latin typeface="DejaVu Sans"/>
                <a:ea typeface="DejaVu Sans"/>
                <a:cs typeface="DejaVu Sans"/>
              </a:defRPr>
            </a:lvl5pPr>
            <a:lvl6pPr>
              <a:defRPr sz="1500" b="0">
                <a:solidFill>
                  <a:srgbClr val="526577"/>
                </a:solidFill>
                <a:latin typeface="DejaVu Sans"/>
                <a:ea typeface="DejaVu Sans"/>
                <a:cs typeface="DejaVu Sans"/>
              </a:defRPr>
            </a:lvl6pPr>
            <a:lvl7pPr>
              <a:defRPr sz="1500" b="0">
                <a:solidFill>
                  <a:srgbClr val="526577"/>
                </a:solidFill>
                <a:latin typeface="DejaVu Sans"/>
                <a:ea typeface="DejaVu Sans"/>
                <a:cs typeface="DejaVu Sans"/>
              </a:defRPr>
            </a:lvl7pPr>
            <a:lvl8pPr>
              <a:defRPr sz="1500" b="0">
                <a:solidFill>
                  <a:srgbClr val="526577"/>
                </a:solidFill>
                <a:latin typeface="DejaVu Sans"/>
                <a:ea typeface="DejaVu Sans"/>
                <a:cs typeface="DejaVu Sans"/>
              </a:defRPr>
            </a:lvl8pPr>
            <a:lvl9pPr>
              <a:defRPr sz="1500" b="0">
                <a:solidFill>
                  <a:srgbClr val="526577"/>
                </a:solidFill>
                <a:latin typeface="DejaVu Sans"/>
                <a:ea typeface="DejaVu Sans"/>
                <a:cs typeface="DejaVu Sans"/>
              </a:defRPr>
            </a:lvl9pPr>
          </a:lstStyle>
          <a:p xmlns:a="http://schemas.openxmlformats.org/drawingml/2006/main">
            <a:pPr>
              <a:defRPr sz="1500" b="0">
                <a:solidFill>
                  <a:srgbClr val="526577"/>
                </a:solidFill>
                <a:latin typeface="DejaVu Sans"/>
                <a:ea typeface="DejaVu Sans"/>
                <a:cs typeface="DejaVu Sans"/>
              </a:defRPr>
            </a:pPr>
            <a:r>
              <a:rPr sz="1500" b="0">
                <a:solidFill>
                  <a:srgbClr val="526577"/>
                </a:solidFill>
                <a:latin typeface="DejaVu Sans"/>
                <a:ea typeface="DejaVu Sans"/>
                <a:cs typeface="DejaVu Sans"/>
              </a:rPr>
              <a:t>A measured rollout connects support activity to student outcomes</a:t>
            </a:r>
          </a:p>
        </p:txBody>
      </p:sp>
      <p:sp>
        <p:nvSpPr>
          <p:cNvPr id="3" name="text-2">
            <a:extLst xmlns:a="http://schemas.openxmlformats.org/drawingml/2006/main">
              <a:ext uri="{FF2B5EF4-FFF2-40B4-BE49-F238E27FC236}">
                <a16:creationId xmlns:a16="http://schemas.microsoft.com/office/drawing/2014/main" id="{CFC27854-9A22-45C3-8C3B-1FF3C62C3624}"/>
              </a:ext>
            </a:extLst>
          </p:cNvPr>
          <p:cNvSpPr>
            <a:spLocks xmlns:a="http://schemas.openxmlformats.org/drawingml/2006/main" noGrp="1"/>
          </p:cNvSpPr>
          <p:nvPr/>
        </p:nvSpPr>
        <p:spPr>
          <a:xfrm xmlns:a="http://schemas.openxmlformats.org/drawingml/2006/main">
            <a:off x="11334750" y="6477000"/>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050" b="0">
                <a:solidFill>
                  <a:srgbClr val="526577"/>
                </a:solidFill>
                <a:latin typeface="DejaVu Sans"/>
                <a:ea typeface="DejaVu Sans"/>
                <a:cs typeface="DejaVu Sans"/>
              </a:defRPr>
            </a:defPPr>
            <a:lvl1pPr>
              <a:defRPr sz="1050" b="0">
                <a:solidFill>
                  <a:srgbClr val="526577"/>
                </a:solidFill>
                <a:latin typeface="DejaVu Sans"/>
                <a:ea typeface="DejaVu Sans"/>
                <a:cs typeface="DejaVu Sans"/>
              </a:defRPr>
            </a:lvl1pPr>
            <a:lvl2pPr>
              <a:defRPr sz="1050" b="0">
                <a:solidFill>
                  <a:srgbClr val="526577"/>
                </a:solidFill>
                <a:latin typeface="DejaVu Sans"/>
                <a:ea typeface="DejaVu Sans"/>
                <a:cs typeface="DejaVu Sans"/>
              </a:defRPr>
            </a:lvl2pPr>
            <a:lvl3pPr>
              <a:defRPr sz="1050" b="0">
                <a:solidFill>
                  <a:srgbClr val="526577"/>
                </a:solidFill>
                <a:latin typeface="DejaVu Sans"/>
                <a:ea typeface="DejaVu Sans"/>
                <a:cs typeface="DejaVu Sans"/>
              </a:defRPr>
            </a:lvl3pPr>
            <a:lvl4pPr>
              <a:defRPr sz="1050" b="0">
                <a:solidFill>
                  <a:srgbClr val="526577"/>
                </a:solidFill>
                <a:latin typeface="DejaVu Sans"/>
                <a:ea typeface="DejaVu Sans"/>
                <a:cs typeface="DejaVu Sans"/>
              </a:defRPr>
            </a:lvl4pPr>
            <a:lvl5pPr>
              <a:defRPr sz="1050" b="0">
                <a:solidFill>
                  <a:srgbClr val="526577"/>
                </a:solidFill>
                <a:latin typeface="DejaVu Sans"/>
                <a:ea typeface="DejaVu Sans"/>
                <a:cs typeface="DejaVu Sans"/>
              </a:defRPr>
            </a:lvl5pPr>
            <a:lvl6pPr>
              <a:defRPr sz="1050" b="0">
                <a:solidFill>
                  <a:srgbClr val="526577"/>
                </a:solidFill>
                <a:latin typeface="DejaVu Sans"/>
                <a:ea typeface="DejaVu Sans"/>
                <a:cs typeface="DejaVu Sans"/>
              </a:defRPr>
            </a:lvl6pPr>
            <a:lvl7pPr>
              <a:defRPr sz="1050" b="0">
                <a:solidFill>
                  <a:srgbClr val="526577"/>
                </a:solidFill>
                <a:latin typeface="DejaVu Sans"/>
                <a:ea typeface="DejaVu Sans"/>
                <a:cs typeface="DejaVu Sans"/>
              </a:defRPr>
            </a:lvl7pPr>
            <a:lvl8pPr>
              <a:defRPr sz="1050" b="0">
                <a:solidFill>
                  <a:srgbClr val="526577"/>
                </a:solidFill>
                <a:latin typeface="DejaVu Sans"/>
                <a:ea typeface="DejaVu Sans"/>
                <a:cs typeface="DejaVu Sans"/>
              </a:defRPr>
            </a:lvl8pPr>
            <a:lvl9pPr>
              <a:defRPr sz="1050" b="0">
                <a:solidFill>
                  <a:srgbClr val="526577"/>
                </a:solidFill>
                <a:latin typeface="DejaVu Sans"/>
                <a:ea typeface="DejaVu Sans"/>
                <a:cs typeface="DejaVu Sans"/>
              </a:defRPr>
            </a:lvl9pPr>
          </a:lstStyle>
          <a:p xmlns:a="http://schemas.openxmlformats.org/drawingml/2006/main">
            <a:pPr>
              <a:defRPr sz="1050" b="0">
                <a:solidFill>
                  <a:srgbClr val="526577"/>
                </a:solidFill>
                <a:latin typeface="DejaVu Sans"/>
                <a:ea typeface="DejaVu Sans"/>
                <a:cs typeface="DejaVu Sans"/>
              </a:defRPr>
            </a:pPr>
            <a:r>
              <a:rPr sz="1050" b="0">
                <a:solidFill>
                  <a:srgbClr val="526577"/>
                </a:solidFill>
                <a:latin typeface="DejaVu Sans"/>
                <a:ea typeface="DejaVu Sans"/>
                <a:cs typeface="DejaVu Sans"/>
              </a:rPr>
              <a:t>17</a:t>
            </a:r>
          </a:p>
        </p:txBody>
      </p:sp>
      <p:sp>
        <p:nvSpPr>
          <p:cNvPr id="4" name="text-3">
            <a:extLst xmlns:a="http://schemas.openxmlformats.org/drawingml/2006/main">
              <a:ext uri="{FF2B5EF4-FFF2-40B4-BE49-F238E27FC236}">
                <a16:creationId xmlns:a16="http://schemas.microsoft.com/office/drawing/2014/main" id="{9B582BCB-E696-4B28-8207-BFE84CDD160A}"/>
              </a:ext>
            </a:extLst>
          </p:cNvPr>
          <p:cNvSpPr>
            <a:spLocks xmlns:a="http://schemas.openxmlformats.org/drawingml/2006/main" noGrp="1"/>
          </p:cNvSpPr>
          <p:nvPr/>
        </p:nvSpPr>
        <p:spPr>
          <a:xfrm xmlns:a="http://schemas.openxmlformats.org/drawingml/2006/main">
            <a:off x="552450" y="1828800"/>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725" b="1">
                <a:solidFill>
                  <a:srgbClr val="177E82"/>
                </a:solidFill>
                <a:latin typeface="DejaVu Sans"/>
                <a:ea typeface="DejaVu Sans"/>
                <a:cs typeface="DejaVu Sans"/>
              </a:defRPr>
            </a:defPPr>
            <a:lvl1pPr>
              <a:defRPr sz="1725" b="1">
                <a:solidFill>
                  <a:srgbClr val="177E82"/>
                </a:solidFill>
                <a:latin typeface="DejaVu Sans"/>
                <a:ea typeface="DejaVu Sans"/>
                <a:cs typeface="DejaVu Sans"/>
              </a:defRPr>
            </a:lvl1pPr>
            <a:lvl2pPr>
              <a:defRPr sz="1725" b="1">
                <a:solidFill>
                  <a:srgbClr val="177E82"/>
                </a:solidFill>
                <a:latin typeface="DejaVu Sans"/>
                <a:ea typeface="DejaVu Sans"/>
                <a:cs typeface="DejaVu Sans"/>
              </a:defRPr>
            </a:lvl2pPr>
            <a:lvl3pPr>
              <a:defRPr sz="1725" b="1">
                <a:solidFill>
                  <a:srgbClr val="177E82"/>
                </a:solidFill>
                <a:latin typeface="DejaVu Sans"/>
                <a:ea typeface="DejaVu Sans"/>
                <a:cs typeface="DejaVu Sans"/>
              </a:defRPr>
            </a:lvl3pPr>
            <a:lvl4pPr>
              <a:defRPr sz="1725" b="1">
                <a:solidFill>
                  <a:srgbClr val="177E82"/>
                </a:solidFill>
                <a:latin typeface="DejaVu Sans"/>
                <a:ea typeface="DejaVu Sans"/>
                <a:cs typeface="DejaVu Sans"/>
              </a:defRPr>
            </a:lvl4pPr>
            <a:lvl5pPr>
              <a:defRPr sz="1725" b="1">
                <a:solidFill>
                  <a:srgbClr val="177E82"/>
                </a:solidFill>
                <a:latin typeface="DejaVu Sans"/>
                <a:ea typeface="DejaVu Sans"/>
                <a:cs typeface="DejaVu Sans"/>
              </a:defRPr>
            </a:lvl5pPr>
            <a:lvl6pPr>
              <a:defRPr sz="1725" b="1">
                <a:solidFill>
                  <a:srgbClr val="177E82"/>
                </a:solidFill>
                <a:latin typeface="DejaVu Sans"/>
                <a:ea typeface="DejaVu Sans"/>
                <a:cs typeface="DejaVu Sans"/>
              </a:defRPr>
            </a:lvl6pPr>
            <a:lvl7pPr>
              <a:defRPr sz="1725" b="1">
                <a:solidFill>
                  <a:srgbClr val="177E82"/>
                </a:solidFill>
                <a:latin typeface="DejaVu Sans"/>
                <a:ea typeface="DejaVu Sans"/>
                <a:cs typeface="DejaVu Sans"/>
              </a:defRPr>
            </a:lvl7pPr>
            <a:lvl8pPr>
              <a:defRPr sz="1725" b="1">
                <a:solidFill>
                  <a:srgbClr val="177E82"/>
                </a:solidFill>
                <a:latin typeface="DejaVu Sans"/>
                <a:ea typeface="DejaVu Sans"/>
                <a:cs typeface="DejaVu Sans"/>
              </a:defRPr>
            </a:lvl8pPr>
            <a:lvl9pPr>
              <a:defRPr sz="1725" b="1">
                <a:solidFill>
                  <a:srgbClr val="177E82"/>
                </a:solidFill>
                <a:latin typeface="DejaVu Sans"/>
                <a:ea typeface="DejaVu Sans"/>
                <a:cs typeface="DejaVu Sans"/>
              </a:defRPr>
            </a:lvl9pPr>
          </a:lstStyle>
          <a:p xmlns:a="http://schemas.openxmlformats.org/drawingml/2006/main">
            <a:pPr>
              <a:defRPr sz="1725" b="1">
                <a:solidFill>
                  <a:srgbClr val="177E82"/>
                </a:solidFill>
                <a:latin typeface="DejaVu Sans"/>
                <a:ea typeface="DejaVu Sans"/>
                <a:cs typeface="DejaVu Sans"/>
              </a:defRPr>
            </a:pPr>
            <a:r>
              <a:rPr sz="1725" b="1">
                <a:solidFill>
                  <a:srgbClr val="177E82"/>
                </a:solidFill>
                <a:latin typeface="DejaVu Sans"/>
                <a:ea typeface="DejaVu Sans"/>
                <a:cs typeface="DejaVu Sans"/>
              </a:rPr>
              <a:t>Primary outcome</a:t>
            </a:r>
          </a:p>
        </p:txBody>
      </p:sp>
      <p:sp>
        <p:nvSpPr>
          <p:cNvPr id="5" name="text-4">
            <a:extLst xmlns:a="http://schemas.openxmlformats.org/drawingml/2006/main">
              <a:ext uri="{FF2B5EF4-FFF2-40B4-BE49-F238E27FC236}">
                <a16:creationId xmlns:a16="http://schemas.microsoft.com/office/drawing/2014/main" id="{860D14F8-1088-4D66-BC2E-DE261FEBD959}"/>
              </a:ext>
            </a:extLst>
          </p:cNvPr>
          <p:cNvSpPr>
            <a:spLocks xmlns:a="http://schemas.openxmlformats.org/drawingml/2006/main" noGrp="1"/>
          </p:cNvSpPr>
          <p:nvPr/>
        </p:nvSpPr>
        <p:spPr>
          <a:xfrm xmlns:a="http://schemas.openxmlformats.org/drawingml/2006/main">
            <a:off x="552450" y="2333625"/>
            <a:ext cx="4953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150" b="1">
                <a:solidFill>
                  <a:srgbClr val="132D40"/>
                </a:solidFill>
                <a:latin typeface="DejaVu Sans"/>
                <a:ea typeface="DejaVu Sans"/>
                <a:cs typeface="DejaVu Sans"/>
              </a:defRPr>
            </a:defPPr>
            <a:lvl1pPr>
              <a:defRPr sz="3150" b="1">
                <a:solidFill>
                  <a:srgbClr val="132D40"/>
                </a:solidFill>
                <a:latin typeface="DejaVu Sans"/>
                <a:ea typeface="DejaVu Sans"/>
                <a:cs typeface="DejaVu Sans"/>
              </a:defRPr>
            </a:lvl1pPr>
            <a:lvl2pPr>
              <a:defRPr sz="3150" b="1">
                <a:solidFill>
                  <a:srgbClr val="132D40"/>
                </a:solidFill>
                <a:latin typeface="DejaVu Sans"/>
                <a:ea typeface="DejaVu Sans"/>
                <a:cs typeface="DejaVu Sans"/>
              </a:defRPr>
            </a:lvl2pPr>
            <a:lvl3pPr>
              <a:defRPr sz="3150" b="1">
                <a:solidFill>
                  <a:srgbClr val="132D40"/>
                </a:solidFill>
                <a:latin typeface="DejaVu Sans"/>
                <a:ea typeface="DejaVu Sans"/>
                <a:cs typeface="DejaVu Sans"/>
              </a:defRPr>
            </a:lvl3pPr>
            <a:lvl4pPr>
              <a:defRPr sz="3150" b="1">
                <a:solidFill>
                  <a:srgbClr val="132D40"/>
                </a:solidFill>
                <a:latin typeface="DejaVu Sans"/>
                <a:ea typeface="DejaVu Sans"/>
                <a:cs typeface="DejaVu Sans"/>
              </a:defRPr>
            </a:lvl4pPr>
            <a:lvl5pPr>
              <a:defRPr sz="3150" b="1">
                <a:solidFill>
                  <a:srgbClr val="132D40"/>
                </a:solidFill>
                <a:latin typeface="DejaVu Sans"/>
                <a:ea typeface="DejaVu Sans"/>
                <a:cs typeface="DejaVu Sans"/>
              </a:defRPr>
            </a:lvl5pPr>
            <a:lvl6pPr>
              <a:defRPr sz="3150" b="1">
                <a:solidFill>
                  <a:srgbClr val="132D40"/>
                </a:solidFill>
                <a:latin typeface="DejaVu Sans"/>
                <a:ea typeface="DejaVu Sans"/>
                <a:cs typeface="DejaVu Sans"/>
              </a:defRPr>
            </a:lvl6pPr>
            <a:lvl7pPr>
              <a:defRPr sz="3150" b="1">
                <a:solidFill>
                  <a:srgbClr val="132D40"/>
                </a:solidFill>
                <a:latin typeface="DejaVu Sans"/>
                <a:ea typeface="DejaVu Sans"/>
                <a:cs typeface="DejaVu Sans"/>
              </a:defRPr>
            </a:lvl7pPr>
            <a:lvl8pPr>
              <a:defRPr sz="3150" b="1">
                <a:solidFill>
                  <a:srgbClr val="132D40"/>
                </a:solidFill>
                <a:latin typeface="DejaVu Sans"/>
                <a:ea typeface="DejaVu Sans"/>
                <a:cs typeface="DejaVu Sans"/>
              </a:defRPr>
            </a:lvl8pPr>
            <a:lvl9pPr>
              <a:defRPr sz="3150" b="1">
                <a:solidFill>
                  <a:srgbClr val="132D40"/>
                </a:solidFill>
                <a:latin typeface="DejaVu Sans"/>
                <a:ea typeface="DejaVu Sans"/>
                <a:cs typeface="DejaVu Sans"/>
              </a:defRPr>
            </a:lvl9pPr>
          </a:lstStyle>
          <a:p xmlns:a="http://schemas.openxmlformats.org/drawingml/2006/main">
            <a:pPr>
              <a:defRPr sz="3150" b="1">
                <a:solidFill>
                  <a:srgbClr val="132D40"/>
                </a:solidFill>
                <a:latin typeface="DejaVu Sans"/>
                <a:ea typeface="DejaVu Sans"/>
                <a:cs typeface="DejaVu Sans"/>
              </a:defRPr>
            </a:pPr>
            <a:r>
              <a:rPr sz="3150" b="1">
                <a:solidFill>
                  <a:srgbClr val="132D40"/>
                </a:solidFill>
                <a:latin typeface="DejaVu Sans"/>
                <a:ea typeface="DejaVu Sans"/>
                <a:cs typeface="DejaVu Sans"/>
              </a:rPr>
              <a:t>Combined withdrawal</a:t>
            </a:r>
          </a:p>
          <a:p xmlns:a="http://schemas.openxmlformats.org/drawingml/2006/main">
            <a:pPr>
              <a:defRPr sz="3150" b="1">
                <a:solidFill>
                  <a:srgbClr val="132D40"/>
                </a:solidFill>
                <a:latin typeface="DejaVu Sans"/>
                <a:ea typeface="DejaVu Sans"/>
                <a:cs typeface="DejaVu Sans"/>
              </a:defRPr>
            </a:pPr>
            <a:r>
              <a:rPr sz="3150" b="1">
                <a:solidFill>
                  <a:srgbClr val="132D40"/>
                </a:solidFill>
                <a:latin typeface="DejaVu Sans"/>
                <a:ea typeface="DejaVu Sans"/>
                <a:cs typeface="DejaVu Sans"/>
              </a:rPr>
              <a:t>and failure</a:t>
            </a:r>
          </a:p>
        </p:txBody>
      </p:sp>
      <p:sp>
        <p:nvSpPr>
          <p:cNvPr id="6" name="text-5">
            <a:extLst xmlns:a="http://schemas.openxmlformats.org/drawingml/2006/main">
              <a:ext uri="{FF2B5EF4-FFF2-40B4-BE49-F238E27FC236}">
                <a16:creationId xmlns:a16="http://schemas.microsoft.com/office/drawing/2014/main" id="{2204F9B2-4E94-4EBE-A570-C11B2E2BB67E}"/>
              </a:ext>
            </a:extLst>
          </p:cNvPr>
          <p:cNvSpPr>
            <a:spLocks xmlns:a="http://schemas.openxmlformats.org/drawingml/2006/main" noGrp="1"/>
          </p:cNvSpPr>
          <p:nvPr/>
        </p:nvSpPr>
        <p:spPr>
          <a:xfrm xmlns:a="http://schemas.openxmlformats.org/drawingml/2006/main">
            <a:off x="552450" y="3571875"/>
            <a:ext cx="4476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6000" b="1">
                <a:solidFill>
                  <a:srgbClr val="D45E50"/>
                </a:solidFill>
                <a:latin typeface="DejaVu Sans"/>
                <a:ea typeface="DejaVu Sans"/>
                <a:cs typeface="DejaVu Sans"/>
              </a:defRPr>
            </a:defPPr>
            <a:lvl1pPr>
              <a:defRPr sz="6000" b="1">
                <a:solidFill>
                  <a:srgbClr val="D45E50"/>
                </a:solidFill>
                <a:latin typeface="DejaVu Sans"/>
                <a:ea typeface="DejaVu Sans"/>
                <a:cs typeface="DejaVu Sans"/>
              </a:defRPr>
            </a:lvl1pPr>
            <a:lvl2pPr>
              <a:defRPr sz="6000" b="1">
                <a:solidFill>
                  <a:srgbClr val="D45E50"/>
                </a:solidFill>
                <a:latin typeface="DejaVu Sans"/>
                <a:ea typeface="DejaVu Sans"/>
                <a:cs typeface="DejaVu Sans"/>
              </a:defRPr>
            </a:lvl2pPr>
            <a:lvl3pPr>
              <a:defRPr sz="6000" b="1">
                <a:solidFill>
                  <a:srgbClr val="D45E50"/>
                </a:solidFill>
                <a:latin typeface="DejaVu Sans"/>
                <a:ea typeface="DejaVu Sans"/>
                <a:cs typeface="DejaVu Sans"/>
              </a:defRPr>
            </a:lvl3pPr>
            <a:lvl4pPr>
              <a:defRPr sz="6000" b="1">
                <a:solidFill>
                  <a:srgbClr val="D45E50"/>
                </a:solidFill>
                <a:latin typeface="DejaVu Sans"/>
                <a:ea typeface="DejaVu Sans"/>
                <a:cs typeface="DejaVu Sans"/>
              </a:defRPr>
            </a:lvl4pPr>
            <a:lvl5pPr>
              <a:defRPr sz="6000" b="1">
                <a:solidFill>
                  <a:srgbClr val="D45E50"/>
                </a:solidFill>
                <a:latin typeface="DejaVu Sans"/>
                <a:ea typeface="DejaVu Sans"/>
                <a:cs typeface="DejaVu Sans"/>
              </a:defRPr>
            </a:lvl5pPr>
            <a:lvl6pPr>
              <a:defRPr sz="6000" b="1">
                <a:solidFill>
                  <a:srgbClr val="D45E50"/>
                </a:solidFill>
                <a:latin typeface="DejaVu Sans"/>
                <a:ea typeface="DejaVu Sans"/>
                <a:cs typeface="DejaVu Sans"/>
              </a:defRPr>
            </a:lvl6pPr>
            <a:lvl7pPr>
              <a:defRPr sz="6000" b="1">
                <a:solidFill>
                  <a:srgbClr val="D45E50"/>
                </a:solidFill>
                <a:latin typeface="DejaVu Sans"/>
                <a:ea typeface="DejaVu Sans"/>
                <a:cs typeface="DejaVu Sans"/>
              </a:defRPr>
            </a:lvl7pPr>
            <a:lvl8pPr>
              <a:defRPr sz="6000" b="1">
                <a:solidFill>
                  <a:srgbClr val="D45E50"/>
                </a:solidFill>
                <a:latin typeface="DejaVu Sans"/>
                <a:ea typeface="DejaVu Sans"/>
                <a:cs typeface="DejaVu Sans"/>
              </a:defRPr>
            </a:lvl8pPr>
            <a:lvl9pPr>
              <a:defRPr sz="6000" b="1">
                <a:solidFill>
                  <a:srgbClr val="D45E50"/>
                </a:solidFill>
                <a:latin typeface="DejaVu Sans"/>
                <a:ea typeface="DejaVu Sans"/>
                <a:cs typeface="DejaVu Sans"/>
              </a:defRPr>
            </a:lvl9pPr>
          </a:lstStyle>
          <a:p xmlns:a="http://schemas.openxmlformats.org/drawingml/2006/main">
            <a:pPr>
              <a:defRPr sz="6000" b="1">
                <a:solidFill>
                  <a:srgbClr val="D45E50"/>
                </a:solidFill>
                <a:latin typeface="DejaVu Sans"/>
                <a:ea typeface="DejaVu Sans"/>
                <a:cs typeface="DejaVu Sans"/>
              </a:defRPr>
            </a:pPr>
            <a:r>
              <a:rPr sz="6000" b="1">
                <a:solidFill>
                  <a:srgbClr val="D45E50"/>
                </a:solidFill>
                <a:latin typeface="DejaVu Sans"/>
                <a:ea typeface="DejaVu Sans"/>
                <a:cs typeface="DejaVu Sans"/>
              </a:rPr>
              <a:t>52.80%</a:t>
            </a:r>
          </a:p>
        </p:txBody>
      </p:sp>
      <p:sp>
        <p:nvSpPr>
          <p:cNvPr id="7" name="text-6">
            <a:extLst xmlns:a="http://schemas.openxmlformats.org/drawingml/2006/main">
              <a:ext uri="{FF2B5EF4-FFF2-40B4-BE49-F238E27FC236}">
                <a16:creationId xmlns:a16="http://schemas.microsoft.com/office/drawing/2014/main" id="{825F8287-C3B9-4250-B511-3A1F03A16EB4}"/>
              </a:ext>
            </a:extLst>
          </p:cNvPr>
          <p:cNvSpPr>
            <a:spLocks xmlns:a="http://schemas.openxmlformats.org/drawingml/2006/main" noGrp="1"/>
          </p:cNvSpPr>
          <p:nvPr/>
        </p:nvSpPr>
        <p:spPr>
          <a:xfrm xmlns:a="http://schemas.openxmlformats.org/drawingml/2006/main">
            <a:off x="609600" y="4629150"/>
            <a:ext cx="4953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650" b="0">
                <a:solidFill>
                  <a:srgbClr val="526577"/>
                </a:solidFill>
                <a:latin typeface="DejaVu Sans"/>
                <a:ea typeface="DejaVu Sans"/>
                <a:cs typeface="DejaVu Sans"/>
              </a:defRPr>
            </a:defPPr>
            <a:lvl1pPr>
              <a:defRPr sz="1650" b="0">
                <a:solidFill>
                  <a:srgbClr val="526577"/>
                </a:solidFill>
                <a:latin typeface="DejaVu Sans"/>
                <a:ea typeface="DejaVu Sans"/>
                <a:cs typeface="DejaVu Sans"/>
              </a:defRPr>
            </a:lvl1pPr>
            <a:lvl2pPr>
              <a:defRPr sz="1650" b="0">
                <a:solidFill>
                  <a:srgbClr val="526577"/>
                </a:solidFill>
                <a:latin typeface="DejaVu Sans"/>
                <a:ea typeface="DejaVu Sans"/>
                <a:cs typeface="DejaVu Sans"/>
              </a:defRPr>
            </a:lvl2pPr>
            <a:lvl3pPr>
              <a:defRPr sz="1650" b="0">
                <a:solidFill>
                  <a:srgbClr val="526577"/>
                </a:solidFill>
                <a:latin typeface="DejaVu Sans"/>
                <a:ea typeface="DejaVu Sans"/>
                <a:cs typeface="DejaVu Sans"/>
              </a:defRPr>
            </a:lvl3pPr>
            <a:lvl4pPr>
              <a:defRPr sz="1650" b="0">
                <a:solidFill>
                  <a:srgbClr val="526577"/>
                </a:solidFill>
                <a:latin typeface="DejaVu Sans"/>
                <a:ea typeface="DejaVu Sans"/>
                <a:cs typeface="DejaVu Sans"/>
              </a:defRPr>
            </a:lvl4pPr>
            <a:lvl5pPr>
              <a:defRPr sz="1650" b="0">
                <a:solidFill>
                  <a:srgbClr val="526577"/>
                </a:solidFill>
                <a:latin typeface="DejaVu Sans"/>
                <a:ea typeface="DejaVu Sans"/>
                <a:cs typeface="DejaVu Sans"/>
              </a:defRPr>
            </a:lvl5pPr>
            <a:lvl6pPr>
              <a:defRPr sz="1650" b="0">
                <a:solidFill>
                  <a:srgbClr val="526577"/>
                </a:solidFill>
                <a:latin typeface="DejaVu Sans"/>
                <a:ea typeface="DejaVu Sans"/>
                <a:cs typeface="DejaVu Sans"/>
              </a:defRPr>
            </a:lvl6pPr>
            <a:lvl7pPr>
              <a:defRPr sz="1650" b="0">
                <a:solidFill>
                  <a:srgbClr val="526577"/>
                </a:solidFill>
                <a:latin typeface="DejaVu Sans"/>
                <a:ea typeface="DejaVu Sans"/>
                <a:cs typeface="DejaVu Sans"/>
              </a:defRPr>
            </a:lvl7pPr>
            <a:lvl8pPr>
              <a:defRPr sz="1650" b="0">
                <a:solidFill>
                  <a:srgbClr val="526577"/>
                </a:solidFill>
                <a:latin typeface="DejaVu Sans"/>
                <a:ea typeface="DejaVu Sans"/>
                <a:cs typeface="DejaVu Sans"/>
              </a:defRPr>
            </a:lvl8pPr>
            <a:lvl9pPr>
              <a:defRPr sz="1650" b="0">
                <a:solidFill>
                  <a:srgbClr val="526577"/>
                </a:solidFill>
                <a:latin typeface="DejaVu Sans"/>
                <a:ea typeface="DejaVu Sans"/>
                <a:cs typeface="DejaVu Sans"/>
              </a:defRPr>
            </a:lvl9pPr>
          </a:lstStyle>
          <a:p xmlns:a="http://schemas.openxmlformats.org/drawingml/2006/main">
            <a:pPr>
              <a:defRPr sz="1650" b="0">
                <a:solidFill>
                  <a:srgbClr val="526577"/>
                </a:solidFill>
                <a:latin typeface="DejaVu Sans"/>
                <a:ea typeface="DejaVu Sans"/>
                <a:cs typeface="DejaVu Sans"/>
              </a:defRPr>
            </a:pPr>
            <a:r>
              <a:rPr sz="1650" b="0">
                <a:solidFill>
                  <a:srgbClr val="526577"/>
                </a:solidFill>
                <a:latin typeface="DejaVu Sans"/>
                <a:ea typeface="DejaVu Sans"/>
                <a:cs typeface="DejaVu Sans"/>
              </a:rPr>
              <a:t>Historical project baseline</a:t>
            </a:r>
          </a:p>
        </p:txBody>
      </p:sp>
      <p:sp>
        <p:nvSpPr>
          <p:cNvPr id="8" name="text-7">
            <a:extLst xmlns:a="http://schemas.openxmlformats.org/drawingml/2006/main">
              <a:ext uri="{FF2B5EF4-FFF2-40B4-BE49-F238E27FC236}">
                <a16:creationId xmlns:a16="http://schemas.microsoft.com/office/drawing/2014/main" id="{AE77FF0F-9761-4CE8-89CE-19BEB0B4DDDE}"/>
              </a:ext>
            </a:extLst>
          </p:cNvPr>
          <p:cNvSpPr>
            <a:spLocks xmlns:a="http://schemas.openxmlformats.org/drawingml/2006/main" noGrp="1"/>
          </p:cNvSpPr>
          <p:nvPr/>
        </p:nvSpPr>
        <p:spPr>
          <a:xfrm xmlns:a="http://schemas.openxmlformats.org/drawingml/2006/main">
            <a:off x="6381750" y="1809750"/>
            <a:ext cx="4953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875" b="1">
                <a:solidFill>
                  <a:srgbClr val="177E82"/>
                </a:solidFill>
                <a:latin typeface="DejaVu Sans"/>
                <a:ea typeface="DejaVu Sans"/>
                <a:cs typeface="DejaVu Sans"/>
              </a:defRPr>
            </a:defPPr>
            <a:lvl1pPr>
              <a:defRPr sz="1875" b="1">
                <a:solidFill>
                  <a:srgbClr val="177E82"/>
                </a:solidFill>
                <a:latin typeface="DejaVu Sans"/>
                <a:ea typeface="DejaVu Sans"/>
                <a:cs typeface="DejaVu Sans"/>
              </a:defRPr>
            </a:lvl1pPr>
            <a:lvl2pPr>
              <a:defRPr sz="1875" b="1">
                <a:solidFill>
                  <a:srgbClr val="177E82"/>
                </a:solidFill>
                <a:latin typeface="DejaVu Sans"/>
                <a:ea typeface="DejaVu Sans"/>
                <a:cs typeface="DejaVu Sans"/>
              </a:defRPr>
            </a:lvl2pPr>
            <a:lvl3pPr>
              <a:defRPr sz="1875" b="1">
                <a:solidFill>
                  <a:srgbClr val="177E82"/>
                </a:solidFill>
                <a:latin typeface="DejaVu Sans"/>
                <a:ea typeface="DejaVu Sans"/>
                <a:cs typeface="DejaVu Sans"/>
              </a:defRPr>
            </a:lvl3pPr>
            <a:lvl4pPr>
              <a:defRPr sz="1875" b="1">
                <a:solidFill>
                  <a:srgbClr val="177E82"/>
                </a:solidFill>
                <a:latin typeface="DejaVu Sans"/>
                <a:ea typeface="DejaVu Sans"/>
                <a:cs typeface="DejaVu Sans"/>
              </a:defRPr>
            </a:lvl4pPr>
            <a:lvl5pPr>
              <a:defRPr sz="1875" b="1">
                <a:solidFill>
                  <a:srgbClr val="177E82"/>
                </a:solidFill>
                <a:latin typeface="DejaVu Sans"/>
                <a:ea typeface="DejaVu Sans"/>
                <a:cs typeface="DejaVu Sans"/>
              </a:defRPr>
            </a:lvl5pPr>
            <a:lvl6pPr>
              <a:defRPr sz="1875" b="1">
                <a:solidFill>
                  <a:srgbClr val="177E82"/>
                </a:solidFill>
                <a:latin typeface="DejaVu Sans"/>
                <a:ea typeface="DejaVu Sans"/>
                <a:cs typeface="DejaVu Sans"/>
              </a:defRPr>
            </a:lvl6pPr>
            <a:lvl7pPr>
              <a:defRPr sz="1875" b="1">
                <a:solidFill>
                  <a:srgbClr val="177E82"/>
                </a:solidFill>
                <a:latin typeface="DejaVu Sans"/>
                <a:ea typeface="DejaVu Sans"/>
                <a:cs typeface="DejaVu Sans"/>
              </a:defRPr>
            </a:lvl7pPr>
            <a:lvl8pPr>
              <a:defRPr sz="1875" b="1">
                <a:solidFill>
                  <a:srgbClr val="177E82"/>
                </a:solidFill>
                <a:latin typeface="DejaVu Sans"/>
                <a:ea typeface="DejaVu Sans"/>
                <a:cs typeface="DejaVu Sans"/>
              </a:defRPr>
            </a:lvl8pPr>
            <a:lvl9pPr>
              <a:defRPr sz="1875" b="1">
                <a:solidFill>
                  <a:srgbClr val="177E82"/>
                </a:solidFill>
                <a:latin typeface="DejaVu Sans"/>
                <a:ea typeface="DejaVu Sans"/>
                <a:cs typeface="DejaVu Sans"/>
              </a:defRPr>
            </a:lvl9pPr>
          </a:lstStyle>
          <a:p xmlns:a="http://schemas.openxmlformats.org/drawingml/2006/main">
            <a:pPr>
              <a:defRPr sz="1875" b="1">
                <a:solidFill>
                  <a:srgbClr val="177E82"/>
                </a:solidFill>
                <a:latin typeface="DejaVu Sans"/>
                <a:ea typeface="DejaVu Sans"/>
                <a:cs typeface="DejaVu Sans"/>
              </a:defRPr>
            </a:pPr>
            <a:r>
              <a:rPr sz="1875" b="1">
                <a:solidFill>
                  <a:srgbClr val="177E82"/>
                </a:solidFill>
                <a:latin typeface="DejaVu Sans"/>
                <a:ea typeface="DejaVu Sans"/>
                <a:cs typeface="DejaVu Sans"/>
              </a:rPr>
              <a:t>Pilot decisions</a:t>
            </a:r>
          </a:p>
        </p:txBody>
      </p:sp>
      <p:sp>
        <p:nvSpPr>
          <p:cNvPr id="9" name="text-8">
            <a:extLst xmlns:a="http://schemas.openxmlformats.org/drawingml/2006/main">
              <a:ext uri="{FF2B5EF4-FFF2-40B4-BE49-F238E27FC236}">
                <a16:creationId xmlns:a16="http://schemas.microsoft.com/office/drawing/2014/main" id="{601C7AF3-4567-4A9C-B355-7CF1016AFD5D}"/>
              </a:ext>
            </a:extLst>
          </p:cNvPr>
          <p:cNvSpPr>
            <a:spLocks xmlns:a="http://schemas.openxmlformats.org/drawingml/2006/main" noGrp="1"/>
          </p:cNvSpPr>
          <p:nvPr/>
        </p:nvSpPr>
        <p:spPr>
          <a:xfrm xmlns:a="http://schemas.openxmlformats.org/drawingml/2006/main">
            <a:off x="6381750" y="2362200"/>
            <a:ext cx="51435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875" b="0">
                <a:solidFill>
                  <a:srgbClr val="132D40"/>
                </a:solidFill>
                <a:latin typeface="DejaVu Sans"/>
                <a:ea typeface="DejaVu Sans"/>
                <a:cs typeface="DejaVu Sans"/>
              </a:defRPr>
            </a:defPPr>
            <a:lvl1pPr>
              <a:defRPr sz="1875" b="0">
                <a:solidFill>
                  <a:srgbClr val="132D40"/>
                </a:solidFill>
                <a:latin typeface="DejaVu Sans"/>
                <a:ea typeface="DejaVu Sans"/>
                <a:cs typeface="DejaVu Sans"/>
              </a:defRPr>
            </a:lvl1pPr>
            <a:lvl2pPr>
              <a:defRPr sz="1875" b="0">
                <a:solidFill>
                  <a:srgbClr val="132D40"/>
                </a:solidFill>
                <a:latin typeface="DejaVu Sans"/>
                <a:ea typeface="DejaVu Sans"/>
                <a:cs typeface="DejaVu Sans"/>
              </a:defRPr>
            </a:lvl2pPr>
            <a:lvl3pPr>
              <a:defRPr sz="1875" b="0">
                <a:solidFill>
                  <a:srgbClr val="132D40"/>
                </a:solidFill>
                <a:latin typeface="DejaVu Sans"/>
                <a:ea typeface="DejaVu Sans"/>
                <a:cs typeface="DejaVu Sans"/>
              </a:defRPr>
            </a:lvl3pPr>
            <a:lvl4pPr>
              <a:defRPr sz="1875" b="0">
                <a:solidFill>
                  <a:srgbClr val="132D40"/>
                </a:solidFill>
                <a:latin typeface="DejaVu Sans"/>
                <a:ea typeface="DejaVu Sans"/>
                <a:cs typeface="DejaVu Sans"/>
              </a:defRPr>
            </a:lvl4pPr>
            <a:lvl5pPr>
              <a:defRPr sz="1875" b="0">
                <a:solidFill>
                  <a:srgbClr val="132D40"/>
                </a:solidFill>
                <a:latin typeface="DejaVu Sans"/>
                <a:ea typeface="DejaVu Sans"/>
                <a:cs typeface="DejaVu Sans"/>
              </a:defRPr>
            </a:lvl5pPr>
            <a:lvl6pPr>
              <a:defRPr sz="1875" b="0">
                <a:solidFill>
                  <a:srgbClr val="132D40"/>
                </a:solidFill>
                <a:latin typeface="DejaVu Sans"/>
                <a:ea typeface="DejaVu Sans"/>
                <a:cs typeface="DejaVu Sans"/>
              </a:defRPr>
            </a:lvl6pPr>
            <a:lvl7pPr>
              <a:defRPr sz="1875" b="0">
                <a:solidFill>
                  <a:srgbClr val="132D40"/>
                </a:solidFill>
                <a:latin typeface="DejaVu Sans"/>
                <a:ea typeface="DejaVu Sans"/>
                <a:cs typeface="DejaVu Sans"/>
              </a:defRPr>
            </a:lvl7pPr>
            <a:lvl8pPr>
              <a:defRPr sz="1875" b="0">
                <a:solidFill>
                  <a:srgbClr val="132D40"/>
                </a:solidFill>
                <a:latin typeface="DejaVu Sans"/>
                <a:ea typeface="DejaVu Sans"/>
                <a:cs typeface="DejaVu Sans"/>
              </a:defRPr>
            </a:lvl8pPr>
            <a:lvl9pPr>
              <a:defRPr sz="1875" b="0">
                <a:solidFill>
                  <a:srgbClr val="132D40"/>
                </a:solidFill>
                <a:latin typeface="DejaVu Sans"/>
                <a:ea typeface="DejaVu Sans"/>
                <a:cs typeface="DejaVu Sans"/>
              </a:defRPr>
            </a:lvl9pPr>
          </a:lstStyle>
          <a:p xmlns:a="http://schemas.openxmlformats.org/drawingml/2006/main">
            <a:pPr>
              <a:defRPr sz="1875" b="0">
                <a:solidFill>
                  <a:srgbClr val="132D40"/>
                </a:solidFill>
                <a:latin typeface="DejaVu Sans"/>
                <a:ea typeface="DejaVu Sans"/>
                <a:cs typeface="DejaVu Sans"/>
              </a:defRPr>
            </a:pPr>
            <a:r>
              <a:rPr sz="1875" b="0">
                <a:solidFill>
                  <a:srgbClr val="132D40"/>
                </a:solidFill>
                <a:latin typeface="DejaVu Sans"/>
                <a:ea typeface="DejaVu Sans"/>
                <a:cs typeface="DejaVu Sans"/>
              </a:rPr>
              <a:t>Agree the pilot modules and support owners</a:t>
            </a:r>
          </a:p>
        </p:txBody>
      </p:sp>
      <p:sp>
        <p:nvSpPr>
          <p:cNvPr id="10" name="text-9">
            <a:extLst xmlns:a="http://schemas.openxmlformats.org/drawingml/2006/main">
              <a:ext uri="{FF2B5EF4-FFF2-40B4-BE49-F238E27FC236}">
                <a16:creationId xmlns:a16="http://schemas.microsoft.com/office/drawing/2014/main" id="{37F4BDFB-ACD8-40C7-BE27-6EC32CB66E85}"/>
              </a:ext>
            </a:extLst>
          </p:cNvPr>
          <p:cNvSpPr>
            <a:spLocks xmlns:a="http://schemas.openxmlformats.org/drawingml/2006/main" noGrp="1"/>
          </p:cNvSpPr>
          <p:nvPr/>
        </p:nvSpPr>
        <p:spPr>
          <a:xfrm xmlns:a="http://schemas.openxmlformats.org/drawingml/2006/main">
            <a:off x="6381750" y="3181350"/>
            <a:ext cx="51435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875" b="0">
                <a:solidFill>
                  <a:srgbClr val="132D40"/>
                </a:solidFill>
                <a:latin typeface="DejaVu Sans"/>
                <a:ea typeface="DejaVu Sans"/>
                <a:cs typeface="DejaVu Sans"/>
              </a:defRPr>
            </a:defPPr>
            <a:lvl1pPr>
              <a:defRPr sz="1875" b="0">
                <a:solidFill>
                  <a:srgbClr val="132D40"/>
                </a:solidFill>
                <a:latin typeface="DejaVu Sans"/>
                <a:ea typeface="DejaVu Sans"/>
                <a:cs typeface="DejaVu Sans"/>
              </a:defRPr>
            </a:lvl1pPr>
            <a:lvl2pPr>
              <a:defRPr sz="1875" b="0">
                <a:solidFill>
                  <a:srgbClr val="132D40"/>
                </a:solidFill>
                <a:latin typeface="DejaVu Sans"/>
                <a:ea typeface="DejaVu Sans"/>
                <a:cs typeface="DejaVu Sans"/>
              </a:defRPr>
            </a:lvl2pPr>
            <a:lvl3pPr>
              <a:defRPr sz="1875" b="0">
                <a:solidFill>
                  <a:srgbClr val="132D40"/>
                </a:solidFill>
                <a:latin typeface="DejaVu Sans"/>
                <a:ea typeface="DejaVu Sans"/>
                <a:cs typeface="DejaVu Sans"/>
              </a:defRPr>
            </a:lvl3pPr>
            <a:lvl4pPr>
              <a:defRPr sz="1875" b="0">
                <a:solidFill>
                  <a:srgbClr val="132D40"/>
                </a:solidFill>
                <a:latin typeface="DejaVu Sans"/>
                <a:ea typeface="DejaVu Sans"/>
                <a:cs typeface="DejaVu Sans"/>
              </a:defRPr>
            </a:lvl4pPr>
            <a:lvl5pPr>
              <a:defRPr sz="1875" b="0">
                <a:solidFill>
                  <a:srgbClr val="132D40"/>
                </a:solidFill>
                <a:latin typeface="DejaVu Sans"/>
                <a:ea typeface="DejaVu Sans"/>
                <a:cs typeface="DejaVu Sans"/>
              </a:defRPr>
            </a:lvl5pPr>
            <a:lvl6pPr>
              <a:defRPr sz="1875" b="0">
                <a:solidFill>
                  <a:srgbClr val="132D40"/>
                </a:solidFill>
                <a:latin typeface="DejaVu Sans"/>
                <a:ea typeface="DejaVu Sans"/>
                <a:cs typeface="DejaVu Sans"/>
              </a:defRPr>
            </a:lvl6pPr>
            <a:lvl7pPr>
              <a:defRPr sz="1875" b="0">
                <a:solidFill>
                  <a:srgbClr val="132D40"/>
                </a:solidFill>
                <a:latin typeface="DejaVu Sans"/>
                <a:ea typeface="DejaVu Sans"/>
                <a:cs typeface="DejaVu Sans"/>
              </a:defRPr>
            </a:lvl7pPr>
            <a:lvl8pPr>
              <a:defRPr sz="1875" b="0">
                <a:solidFill>
                  <a:srgbClr val="132D40"/>
                </a:solidFill>
                <a:latin typeface="DejaVu Sans"/>
                <a:ea typeface="DejaVu Sans"/>
                <a:cs typeface="DejaVu Sans"/>
              </a:defRPr>
            </a:lvl8pPr>
            <a:lvl9pPr>
              <a:defRPr sz="1875" b="0">
                <a:solidFill>
                  <a:srgbClr val="132D40"/>
                </a:solidFill>
                <a:latin typeface="DejaVu Sans"/>
                <a:ea typeface="DejaVu Sans"/>
                <a:cs typeface="DejaVu Sans"/>
              </a:defRPr>
            </a:lvl9pPr>
          </a:lstStyle>
          <a:p xmlns:a="http://schemas.openxmlformats.org/drawingml/2006/main">
            <a:pPr>
              <a:defRPr sz="1875" b="0">
                <a:solidFill>
                  <a:srgbClr val="132D40"/>
                </a:solidFill>
                <a:latin typeface="DejaVu Sans"/>
                <a:ea typeface="DejaVu Sans"/>
                <a:cs typeface="DejaVu Sans"/>
              </a:defRPr>
            </a:pPr>
            <a:r>
              <a:rPr sz="1875" b="0">
                <a:solidFill>
                  <a:srgbClr val="132D40"/>
                </a:solidFill>
                <a:latin typeface="DejaVu Sans"/>
                <a:ea typeface="DejaVu Sans"/>
                <a:cs typeface="DejaVu Sans"/>
              </a:rPr>
              <a:t>Confirm capacity and individual eligibility</a:t>
            </a:r>
          </a:p>
        </p:txBody>
      </p:sp>
      <p:sp>
        <p:nvSpPr>
          <p:cNvPr id="11" name="text-10">
            <a:extLst xmlns:a="http://schemas.openxmlformats.org/drawingml/2006/main">
              <a:ext uri="{FF2B5EF4-FFF2-40B4-BE49-F238E27FC236}">
                <a16:creationId xmlns:a16="http://schemas.microsoft.com/office/drawing/2014/main" id="{1CAC437F-7B72-4544-A53E-84ACAD1CFB7D}"/>
              </a:ext>
            </a:extLst>
          </p:cNvPr>
          <p:cNvSpPr>
            <a:spLocks xmlns:a="http://schemas.openxmlformats.org/drawingml/2006/main" noGrp="1"/>
          </p:cNvSpPr>
          <p:nvPr/>
        </p:nvSpPr>
        <p:spPr>
          <a:xfrm xmlns:a="http://schemas.openxmlformats.org/drawingml/2006/main">
            <a:off x="6381750" y="4000500"/>
            <a:ext cx="51435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875" b="0">
                <a:solidFill>
                  <a:srgbClr val="132D40"/>
                </a:solidFill>
                <a:latin typeface="DejaVu Sans"/>
                <a:ea typeface="DejaVu Sans"/>
                <a:cs typeface="DejaVu Sans"/>
              </a:defRPr>
            </a:defPPr>
            <a:lvl1pPr>
              <a:defRPr sz="1875" b="0">
                <a:solidFill>
                  <a:srgbClr val="132D40"/>
                </a:solidFill>
                <a:latin typeface="DejaVu Sans"/>
                <a:ea typeface="DejaVu Sans"/>
                <a:cs typeface="DejaVu Sans"/>
              </a:defRPr>
            </a:lvl1pPr>
            <a:lvl2pPr>
              <a:defRPr sz="1875" b="0">
                <a:solidFill>
                  <a:srgbClr val="132D40"/>
                </a:solidFill>
                <a:latin typeface="DejaVu Sans"/>
                <a:ea typeface="DejaVu Sans"/>
                <a:cs typeface="DejaVu Sans"/>
              </a:defRPr>
            </a:lvl2pPr>
            <a:lvl3pPr>
              <a:defRPr sz="1875" b="0">
                <a:solidFill>
                  <a:srgbClr val="132D40"/>
                </a:solidFill>
                <a:latin typeface="DejaVu Sans"/>
                <a:ea typeface="DejaVu Sans"/>
                <a:cs typeface="DejaVu Sans"/>
              </a:defRPr>
            </a:lvl3pPr>
            <a:lvl4pPr>
              <a:defRPr sz="1875" b="0">
                <a:solidFill>
                  <a:srgbClr val="132D40"/>
                </a:solidFill>
                <a:latin typeface="DejaVu Sans"/>
                <a:ea typeface="DejaVu Sans"/>
                <a:cs typeface="DejaVu Sans"/>
              </a:defRPr>
            </a:lvl4pPr>
            <a:lvl5pPr>
              <a:defRPr sz="1875" b="0">
                <a:solidFill>
                  <a:srgbClr val="132D40"/>
                </a:solidFill>
                <a:latin typeface="DejaVu Sans"/>
                <a:ea typeface="DejaVu Sans"/>
                <a:cs typeface="DejaVu Sans"/>
              </a:defRPr>
            </a:lvl5pPr>
            <a:lvl6pPr>
              <a:defRPr sz="1875" b="0">
                <a:solidFill>
                  <a:srgbClr val="132D40"/>
                </a:solidFill>
                <a:latin typeface="DejaVu Sans"/>
                <a:ea typeface="DejaVu Sans"/>
                <a:cs typeface="DejaVu Sans"/>
              </a:defRPr>
            </a:lvl6pPr>
            <a:lvl7pPr>
              <a:defRPr sz="1875" b="0">
                <a:solidFill>
                  <a:srgbClr val="132D40"/>
                </a:solidFill>
                <a:latin typeface="DejaVu Sans"/>
                <a:ea typeface="DejaVu Sans"/>
                <a:cs typeface="DejaVu Sans"/>
              </a:defRPr>
            </a:lvl7pPr>
            <a:lvl8pPr>
              <a:defRPr sz="1875" b="0">
                <a:solidFill>
                  <a:srgbClr val="132D40"/>
                </a:solidFill>
                <a:latin typeface="DejaVu Sans"/>
                <a:ea typeface="DejaVu Sans"/>
                <a:cs typeface="DejaVu Sans"/>
              </a:defRPr>
            </a:lvl8pPr>
            <a:lvl9pPr>
              <a:defRPr sz="1875" b="0">
                <a:solidFill>
                  <a:srgbClr val="132D40"/>
                </a:solidFill>
                <a:latin typeface="DejaVu Sans"/>
                <a:ea typeface="DejaVu Sans"/>
                <a:cs typeface="DejaVu Sans"/>
              </a:defRPr>
            </a:lvl9pPr>
          </a:lstStyle>
          <a:p xmlns:a="http://schemas.openxmlformats.org/drawingml/2006/main">
            <a:pPr>
              <a:defRPr sz="1875" b="0">
                <a:solidFill>
                  <a:srgbClr val="132D40"/>
                </a:solidFill>
                <a:latin typeface="DejaVu Sans"/>
                <a:ea typeface="DejaVu Sans"/>
                <a:cs typeface="DejaVu Sans"/>
              </a:defRPr>
            </a:pPr>
            <a:r>
              <a:rPr sz="1875" b="0">
                <a:solidFill>
                  <a:srgbClr val="132D40"/>
                </a:solidFill>
                <a:latin typeface="DejaVu Sans"/>
                <a:ea typeface="DejaVu Sans"/>
                <a:cs typeface="DejaVu Sans"/>
              </a:rPr>
              <a:t>Track completion, retention and success</a:t>
            </a:r>
          </a:p>
        </p:txBody>
      </p:sp>
      <p:sp>
        <p:nvSpPr>
          <p:cNvPr id="12" name="text-11">
            <a:extLst xmlns:a="http://schemas.openxmlformats.org/drawingml/2006/main">
              <a:ext uri="{FF2B5EF4-FFF2-40B4-BE49-F238E27FC236}">
                <a16:creationId xmlns:a16="http://schemas.microsoft.com/office/drawing/2014/main" id="{13F050A8-0AEB-458E-9DFC-7A401DA0AB63}"/>
              </a:ext>
            </a:extLst>
          </p:cNvPr>
          <p:cNvSpPr>
            <a:spLocks xmlns:a="http://schemas.openxmlformats.org/drawingml/2006/main" noGrp="1"/>
          </p:cNvSpPr>
          <p:nvPr/>
        </p:nvSpPr>
        <p:spPr>
          <a:xfrm xmlns:a="http://schemas.openxmlformats.org/drawingml/2006/main">
            <a:off x="6381750" y="4819650"/>
            <a:ext cx="51435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875" b="0">
                <a:solidFill>
                  <a:srgbClr val="132D40"/>
                </a:solidFill>
                <a:latin typeface="DejaVu Sans"/>
                <a:ea typeface="DejaVu Sans"/>
                <a:cs typeface="DejaVu Sans"/>
              </a:defRPr>
            </a:defPPr>
            <a:lvl1pPr>
              <a:defRPr sz="1875" b="0">
                <a:solidFill>
                  <a:srgbClr val="132D40"/>
                </a:solidFill>
                <a:latin typeface="DejaVu Sans"/>
                <a:ea typeface="DejaVu Sans"/>
                <a:cs typeface="DejaVu Sans"/>
              </a:defRPr>
            </a:lvl1pPr>
            <a:lvl2pPr>
              <a:defRPr sz="1875" b="0">
                <a:solidFill>
                  <a:srgbClr val="132D40"/>
                </a:solidFill>
                <a:latin typeface="DejaVu Sans"/>
                <a:ea typeface="DejaVu Sans"/>
                <a:cs typeface="DejaVu Sans"/>
              </a:defRPr>
            </a:lvl2pPr>
            <a:lvl3pPr>
              <a:defRPr sz="1875" b="0">
                <a:solidFill>
                  <a:srgbClr val="132D40"/>
                </a:solidFill>
                <a:latin typeface="DejaVu Sans"/>
                <a:ea typeface="DejaVu Sans"/>
                <a:cs typeface="DejaVu Sans"/>
              </a:defRPr>
            </a:lvl3pPr>
            <a:lvl4pPr>
              <a:defRPr sz="1875" b="0">
                <a:solidFill>
                  <a:srgbClr val="132D40"/>
                </a:solidFill>
                <a:latin typeface="DejaVu Sans"/>
                <a:ea typeface="DejaVu Sans"/>
                <a:cs typeface="DejaVu Sans"/>
              </a:defRPr>
            </a:lvl4pPr>
            <a:lvl5pPr>
              <a:defRPr sz="1875" b="0">
                <a:solidFill>
                  <a:srgbClr val="132D40"/>
                </a:solidFill>
                <a:latin typeface="DejaVu Sans"/>
                <a:ea typeface="DejaVu Sans"/>
                <a:cs typeface="DejaVu Sans"/>
              </a:defRPr>
            </a:lvl5pPr>
            <a:lvl6pPr>
              <a:defRPr sz="1875" b="0">
                <a:solidFill>
                  <a:srgbClr val="132D40"/>
                </a:solidFill>
                <a:latin typeface="DejaVu Sans"/>
                <a:ea typeface="DejaVu Sans"/>
                <a:cs typeface="DejaVu Sans"/>
              </a:defRPr>
            </a:lvl6pPr>
            <a:lvl7pPr>
              <a:defRPr sz="1875" b="0">
                <a:solidFill>
                  <a:srgbClr val="132D40"/>
                </a:solidFill>
                <a:latin typeface="DejaVu Sans"/>
                <a:ea typeface="DejaVu Sans"/>
                <a:cs typeface="DejaVu Sans"/>
              </a:defRPr>
            </a:lvl7pPr>
            <a:lvl8pPr>
              <a:defRPr sz="1875" b="0">
                <a:solidFill>
                  <a:srgbClr val="132D40"/>
                </a:solidFill>
                <a:latin typeface="DejaVu Sans"/>
                <a:ea typeface="DejaVu Sans"/>
                <a:cs typeface="DejaVu Sans"/>
              </a:defRPr>
            </a:lvl8pPr>
            <a:lvl9pPr>
              <a:defRPr sz="1875" b="0">
                <a:solidFill>
                  <a:srgbClr val="132D40"/>
                </a:solidFill>
                <a:latin typeface="DejaVu Sans"/>
                <a:ea typeface="DejaVu Sans"/>
                <a:cs typeface="DejaVu Sans"/>
              </a:defRPr>
            </a:lvl9pPr>
          </a:lstStyle>
          <a:p xmlns:a="http://schemas.openxmlformats.org/drawingml/2006/main">
            <a:pPr>
              <a:defRPr sz="1875" b="0">
                <a:solidFill>
                  <a:srgbClr val="132D40"/>
                </a:solidFill>
                <a:latin typeface="DejaVu Sans"/>
                <a:ea typeface="DejaVu Sans"/>
                <a:cs typeface="DejaVu Sans"/>
              </a:defRPr>
            </a:pPr>
            <a:r>
              <a:rPr sz="1875" b="0">
                <a:solidFill>
                  <a:srgbClr val="132D40"/>
                </a:solidFill>
                <a:latin typeface="DejaVu Sans"/>
                <a:ea typeface="DejaVu Sans"/>
                <a:cs typeface="DejaVu Sans"/>
              </a:rPr>
              <a:t>Compare similar groups within the same module and presentation before expanding</a:t>
            </a:r>
          </a:p>
        </p:txBody>
      </p:sp>
      <p:sp>
        <p:nvSpPr>
          <p:cNvPr id="13" name="text-12">
            <a:extLst xmlns:a="http://schemas.openxmlformats.org/drawingml/2006/main">
              <a:ext uri="{FF2B5EF4-FFF2-40B4-BE49-F238E27FC236}">
                <a16:creationId xmlns:a16="http://schemas.microsoft.com/office/drawing/2014/main" id="{612164D0-492B-412B-9471-0F407E7190FF}"/>
              </a:ext>
            </a:extLst>
          </p:cNvPr>
          <p:cNvSpPr>
            <a:spLocks xmlns:a="http://schemas.openxmlformats.org/drawingml/2006/main" noGrp="1"/>
          </p:cNvSpPr>
          <p:nvPr/>
        </p:nvSpPr>
        <p:spPr>
          <a:xfrm xmlns:a="http://schemas.openxmlformats.org/drawingml/2006/main">
            <a:off x="552450" y="59055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500" b="0">
                <a:solidFill>
                  <a:srgbClr val="526577"/>
                </a:solidFill>
                <a:latin typeface="DejaVu Sans"/>
                <a:ea typeface="DejaVu Sans"/>
                <a:cs typeface="DejaVu Sans"/>
              </a:defRPr>
            </a:defPPr>
            <a:lvl1pPr>
              <a:defRPr sz="1500" b="0">
                <a:solidFill>
                  <a:srgbClr val="526577"/>
                </a:solidFill>
                <a:latin typeface="DejaVu Sans"/>
                <a:ea typeface="DejaVu Sans"/>
                <a:cs typeface="DejaVu Sans"/>
              </a:defRPr>
            </a:lvl1pPr>
            <a:lvl2pPr>
              <a:defRPr sz="1500" b="0">
                <a:solidFill>
                  <a:srgbClr val="526577"/>
                </a:solidFill>
                <a:latin typeface="DejaVu Sans"/>
                <a:ea typeface="DejaVu Sans"/>
                <a:cs typeface="DejaVu Sans"/>
              </a:defRPr>
            </a:lvl2pPr>
            <a:lvl3pPr>
              <a:defRPr sz="1500" b="0">
                <a:solidFill>
                  <a:srgbClr val="526577"/>
                </a:solidFill>
                <a:latin typeface="DejaVu Sans"/>
                <a:ea typeface="DejaVu Sans"/>
                <a:cs typeface="DejaVu Sans"/>
              </a:defRPr>
            </a:lvl3pPr>
            <a:lvl4pPr>
              <a:defRPr sz="1500" b="0">
                <a:solidFill>
                  <a:srgbClr val="526577"/>
                </a:solidFill>
                <a:latin typeface="DejaVu Sans"/>
                <a:ea typeface="DejaVu Sans"/>
                <a:cs typeface="DejaVu Sans"/>
              </a:defRPr>
            </a:lvl4pPr>
            <a:lvl5pPr>
              <a:defRPr sz="1500" b="0">
                <a:solidFill>
                  <a:srgbClr val="526577"/>
                </a:solidFill>
                <a:latin typeface="DejaVu Sans"/>
                <a:ea typeface="DejaVu Sans"/>
                <a:cs typeface="DejaVu Sans"/>
              </a:defRPr>
            </a:lvl5pPr>
            <a:lvl6pPr>
              <a:defRPr sz="1500" b="0">
                <a:solidFill>
                  <a:srgbClr val="526577"/>
                </a:solidFill>
                <a:latin typeface="DejaVu Sans"/>
                <a:ea typeface="DejaVu Sans"/>
                <a:cs typeface="DejaVu Sans"/>
              </a:defRPr>
            </a:lvl6pPr>
            <a:lvl7pPr>
              <a:defRPr sz="1500" b="0">
                <a:solidFill>
                  <a:srgbClr val="526577"/>
                </a:solidFill>
                <a:latin typeface="DejaVu Sans"/>
                <a:ea typeface="DejaVu Sans"/>
                <a:cs typeface="DejaVu Sans"/>
              </a:defRPr>
            </a:lvl7pPr>
            <a:lvl8pPr>
              <a:defRPr sz="1500" b="0">
                <a:solidFill>
                  <a:srgbClr val="526577"/>
                </a:solidFill>
                <a:latin typeface="DejaVu Sans"/>
                <a:ea typeface="DejaVu Sans"/>
                <a:cs typeface="DejaVu Sans"/>
              </a:defRPr>
            </a:lvl8pPr>
            <a:lvl9pPr>
              <a:defRPr sz="1500" b="0">
                <a:solidFill>
                  <a:srgbClr val="526577"/>
                </a:solidFill>
                <a:latin typeface="DejaVu Sans"/>
                <a:ea typeface="DejaVu Sans"/>
                <a:cs typeface="DejaVu Sans"/>
              </a:defRPr>
            </a:lvl9pPr>
          </a:lstStyle>
          <a:p xmlns:a="http://schemas.openxmlformats.org/drawingml/2006/main">
            <a:pPr>
              <a:defRPr sz="1500" b="0">
                <a:solidFill>
                  <a:srgbClr val="526577"/>
                </a:solidFill>
                <a:latin typeface="DejaVu Sans"/>
                <a:ea typeface="DejaVu Sans"/>
                <a:cs typeface="DejaVu Sans"/>
              </a:defRPr>
            </a:pPr>
            <a:r>
              <a:rPr sz="1500" b="0">
                <a:solidFill>
                  <a:srgbClr val="526577"/>
                </a:solidFill>
                <a:latin typeface="DejaVu Sans"/>
                <a:ea typeface="DejaVu Sans"/>
                <a:cs typeface="DejaVu Sans"/>
              </a:rPr>
              <a:t>Descriptive findings guide a pilot. They do not establish causes or validate an early-warning model.</a:t>
            </a:r>
          </a:p>
        </p:txBody>
      </p:sp>
    </p:spTree>
    <p:extLst>
      <p:ext uri="{BB962C8B-B14F-4D97-AF65-F5344CB8AC3E}">
        <p14:creationId xmlns:p14="http://schemas.microsoft.com/office/powerpoint/2010/main" val="1930998143"/>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BF3DB117-8BEC-439B-9B2A-ACACF66678B0}"/>
              </a:ext>
            </a:extLst>
          </p:cNvPr>
          <p:cNvSpPr>
            <a:spLocks xmlns:a="http://schemas.openxmlformats.org/drawingml/2006/main" noGrp="1"/>
          </p:cNvSpPr>
          <p:nvPr/>
        </p:nvSpPr>
        <p:spPr>
          <a:xfrm xmlns:a="http://schemas.openxmlformats.org/drawingml/2006/main">
            <a:off x="514350" y="323850"/>
            <a:ext cx="111633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000" b="1">
                <a:solidFill>
                  <a:srgbClr val="132D40"/>
                </a:solidFill>
                <a:latin typeface="DejaVu Sans"/>
                <a:ea typeface="DejaVu Sans"/>
                <a:cs typeface="DejaVu Sans"/>
              </a:defRPr>
            </a:defPPr>
            <a:lvl1pPr>
              <a:defRPr sz="3000" b="1">
                <a:solidFill>
                  <a:srgbClr val="132D40"/>
                </a:solidFill>
                <a:latin typeface="DejaVu Sans"/>
                <a:ea typeface="DejaVu Sans"/>
                <a:cs typeface="DejaVu Sans"/>
              </a:defRPr>
            </a:lvl1pPr>
            <a:lvl2pPr>
              <a:defRPr sz="3000" b="1">
                <a:solidFill>
                  <a:srgbClr val="132D40"/>
                </a:solidFill>
                <a:latin typeface="DejaVu Sans"/>
                <a:ea typeface="DejaVu Sans"/>
                <a:cs typeface="DejaVu Sans"/>
              </a:defRPr>
            </a:lvl2pPr>
            <a:lvl3pPr>
              <a:defRPr sz="3000" b="1">
                <a:solidFill>
                  <a:srgbClr val="132D40"/>
                </a:solidFill>
                <a:latin typeface="DejaVu Sans"/>
                <a:ea typeface="DejaVu Sans"/>
                <a:cs typeface="DejaVu Sans"/>
              </a:defRPr>
            </a:lvl3pPr>
            <a:lvl4pPr>
              <a:defRPr sz="3000" b="1">
                <a:solidFill>
                  <a:srgbClr val="132D40"/>
                </a:solidFill>
                <a:latin typeface="DejaVu Sans"/>
                <a:ea typeface="DejaVu Sans"/>
                <a:cs typeface="DejaVu Sans"/>
              </a:defRPr>
            </a:lvl4pPr>
            <a:lvl5pPr>
              <a:defRPr sz="3000" b="1">
                <a:solidFill>
                  <a:srgbClr val="132D40"/>
                </a:solidFill>
                <a:latin typeface="DejaVu Sans"/>
                <a:ea typeface="DejaVu Sans"/>
                <a:cs typeface="DejaVu Sans"/>
              </a:defRPr>
            </a:lvl5pPr>
            <a:lvl6pPr>
              <a:defRPr sz="3000" b="1">
                <a:solidFill>
                  <a:srgbClr val="132D40"/>
                </a:solidFill>
                <a:latin typeface="DejaVu Sans"/>
                <a:ea typeface="DejaVu Sans"/>
                <a:cs typeface="DejaVu Sans"/>
              </a:defRPr>
            </a:lvl6pPr>
            <a:lvl7pPr>
              <a:defRPr sz="3000" b="1">
                <a:solidFill>
                  <a:srgbClr val="132D40"/>
                </a:solidFill>
                <a:latin typeface="DejaVu Sans"/>
                <a:ea typeface="DejaVu Sans"/>
                <a:cs typeface="DejaVu Sans"/>
              </a:defRPr>
            </a:lvl7pPr>
            <a:lvl8pPr>
              <a:defRPr sz="3000" b="1">
                <a:solidFill>
                  <a:srgbClr val="132D40"/>
                </a:solidFill>
                <a:latin typeface="DejaVu Sans"/>
                <a:ea typeface="DejaVu Sans"/>
                <a:cs typeface="DejaVu Sans"/>
              </a:defRPr>
            </a:lvl8pPr>
            <a:lvl9pPr>
              <a:defRPr sz="3000" b="1">
                <a:solidFill>
                  <a:srgbClr val="132D40"/>
                </a:solidFill>
                <a:latin typeface="DejaVu Sans"/>
                <a:ea typeface="DejaVu Sans"/>
                <a:cs typeface="DejaVu Sans"/>
              </a:defRPr>
            </a:lvl9pPr>
          </a:lstStyle>
          <a:p xmlns:a="http://schemas.openxmlformats.org/drawingml/2006/main">
            <a:pPr>
              <a:defRPr sz="3000" b="1">
                <a:solidFill>
                  <a:srgbClr val="132D40"/>
                </a:solidFill>
                <a:latin typeface="DejaVu Sans"/>
                <a:ea typeface="DejaVu Sans"/>
                <a:cs typeface="DejaVu Sans"/>
              </a:defRPr>
            </a:pPr>
            <a:r>
              <a:rPr sz="3000" b="1">
                <a:solidFill>
                  <a:srgbClr val="132D40"/>
                </a:solidFill>
                <a:latin typeface="DejaVu Sans"/>
                <a:ea typeface="DejaVu Sans"/>
                <a:cs typeface="DejaVu Sans"/>
              </a:rPr>
              <a:t>Appendix Regional deprivation and outcomes</a:t>
            </a:r>
          </a:p>
        </p:txBody>
      </p:sp>
      <p:sp>
        <p:nvSpPr>
          <p:cNvPr id="2" name="text-1">
            <a:extLst xmlns:a="http://schemas.openxmlformats.org/drawingml/2006/main">
              <a:ext uri="{FF2B5EF4-FFF2-40B4-BE49-F238E27FC236}">
                <a16:creationId xmlns:a16="http://schemas.microsoft.com/office/drawing/2014/main" id="{C4353E16-E567-4A2F-A7CC-E49A5164DEF9}"/>
              </a:ext>
            </a:extLst>
          </p:cNvPr>
          <p:cNvSpPr>
            <a:spLocks xmlns:a="http://schemas.openxmlformats.org/drawingml/2006/main" noGrp="1"/>
          </p:cNvSpPr>
          <p:nvPr/>
        </p:nvSpPr>
        <p:spPr>
          <a:xfrm xmlns:a="http://schemas.openxmlformats.org/drawingml/2006/main">
            <a:off x="533400" y="1362075"/>
            <a:ext cx="1104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500" b="0">
                <a:solidFill>
                  <a:srgbClr val="526577"/>
                </a:solidFill>
                <a:latin typeface="DejaVu Sans"/>
                <a:ea typeface="DejaVu Sans"/>
                <a:cs typeface="DejaVu Sans"/>
              </a:defRPr>
            </a:defPPr>
            <a:lvl1pPr>
              <a:defRPr sz="1500" b="0">
                <a:solidFill>
                  <a:srgbClr val="526577"/>
                </a:solidFill>
                <a:latin typeface="DejaVu Sans"/>
                <a:ea typeface="DejaVu Sans"/>
                <a:cs typeface="DejaVu Sans"/>
              </a:defRPr>
            </a:lvl1pPr>
            <a:lvl2pPr>
              <a:defRPr sz="1500" b="0">
                <a:solidFill>
                  <a:srgbClr val="526577"/>
                </a:solidFill>
                <a:latin typeface="DejaVu Sans"/>
                <a:ea typeface="DejaVu Sans"/>
                <a:cs typeface="DejaVu Sans"/>
              </a:defRPr>
            </a:lvl2pPr>
            <a:lvl3pPr>
              <a:defRPr sz="1500" b="0">
                <a:solidFill>
                  <a:srgbClr val="526577"/>
                </a:solidFill>
                <a:latin typeface="DejaVu Sans"/>
                <a:ea typeface="DejaVu Sans"/>
                <a:cs typeface="DejaVu Sans"/>
              </a:defRPr>
            </a:lvl3pPr>
            <a:lvl4pPr>
              <a:defRPr sz="1500" b="0">
                <a:solidFill>
                  <a:srgbClr val="526577"/>
                </a:solidFill>
                <a:latin typeface="DejaVu Sans"/>
                <a:ea typeface="DejaVu Sans"/>
                <a:cs typeface="DejaVu Sans"/>
              </a:defRPr>
            </a:lvl4pPr>
            <a:lvl5pPr>
              <a:defRPr sz="1500" b="0">
                <a:solidFill>
                  <a:srgbClr val="526577"/>
                </a:solidFill>
                <a:latin typeface="DejaVu Sans"/>
                <a:ea typeface="DejaVu Sans"/>
                <a:cs typeface="DejaVu Sans"/>
              </a:defRPr>
            </a:lvl5pPr>
            <a:lvl6pPr>
              <a:defRPr sz="1500" b="0">
                <a:solidFill>
                  <a:srgbClr val="526577"/>
                </a:solidFill>
                <a:latin typeface="DejaVu Sans"/>
                <a:ea typeface="DejaVu Sans"/>
                <a:cs typeface="DejaVu Sans"/>
              </a:defRPr>
            </a:lvl6pPr>
            <a:lvl7pPr>
              <a:defRPr sz="1500" b="0">
                <a:solidFill>
                  <a:srgbClr val="526577"/>
                </a:solidFill>
                <a:latin typeface="DejaVu Sans"/>
                <a:ea typeface="DejaVu Sans"/>
                <a:cs typeface="DejaVu Sans"/>
              </a:defRPr>
            </a:lvl7pPr>
            <a:lvl8pPr>
              <a:defRPr sz="1500" b="0">
                <a:solidFill>
                  <a:srgbClr val="526577"/>
                </a:solidFill>
                <a:latin typeface="DejaVu Sans"/>
                <a:ea typeface="DejaVu Sans"/>
                <a:cs typeface="DejaVu Sans"/>
              </a:defRPr>
            </a:lvl8pPr>
            <a:lvl9pPr>
              <a:defRPr sz="1500" b="0">
                <a:solidFill>
                  <a:srgbClr val="526577"/>
                </a:solidFill>
                <a:latin typeface="DejaVu Sans"/>
                <a:ea typeface="DejaVu Sans"/>
                <a:cs typeface="DejaVu Sans"/>
              </a:defRPr>
            </a:lvl9pPr>
          </a:lstStyle>
          <a:p xmlns:a="http://schemas.openxmlformats.org/drawingml/2006/main">
            <a:pPr>
              <a:defRPr sz="1500" b="0">
                <a:solidFill>
                  <a:srgbClr val="526577"/>
                </a:solidFill>
                <a:latin typeface="DejaVu Sans"/>
                <a:ea typeface="DejaVu Sans"/>
                <a:cs typeface="DejaVu Sans"/>
              </a:defRPr>
            </a:pPr>
            <a:r>
              <a:rPr sz="1500" b="0">
                <a:solidFill>
                  <a:srgbClr val="526577"/>
                </a:solidFill>
                <a:latin typeface="DejaVu Sans"/>
                <a:ea typeface="DejaVu Sans"/>
                <a:cs typeface="DejaVu Sans"/>
              </a:rPr>
              <a:t>Original notebook evidence for regional comparisons</a:t>
            </a:r>
          </a:p>
        </p:txBody>
      </p:sp>
      <p:sp>
        <p:nvSpPr>
          <p:cNvPr id="3" name="text-2">
            <a:extLst xmlns:a="http://schemas.openxmlformats.org/drawingml/2006/main">
              <a:ext uri="{FF2B5EF4-FFF2-40B4-BE49-F238E27FC236}">
                <a16:creationId xmlns:a16="http://schemas.microsoft.com/office/drawing/2014/main" id="{2D8B8F96-F73C-473F-91BC-40080F563545}"/>
              </a:ext>
            </a:extLst>
          </p:cNvPr>
          <p:cNvSpPr>
            <a:spLocks xmlns:a="http://schemas.openxmlformats.org/drawingml/2006/main" noGrp="1"/>
          </p:cNvSpPr>
          <p:nvPr/>
        </p:nvSpPr>
        <p:spPr>
          <a:xfrm xmlns:a="http://schemas.openxmlformats.org/drawingml/2006/main">
            <a:off x="11334750" y="6477000"/>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050" b="0">
                <a:solidFill>
                  <a:srgbClr val="526577"/>
                </a:solidFill>
                <a:latin typeface="DejaVu Sans"/>
                <a:ea typeface="DejaVu Sans"/>
                <a:cs typeface="DejaVu Sans"/>
              </a:defRPr>
            </a:defPPr>
            <a:lvl1pPr>
              <a:defRPr sz="1050" b="0">
                <a:solidFill>
                  <a:srgbClr val="526577"/>
                </a:solidFill>
                <a:latin typeface="DejaVu Sans"/>
                <a:ea typeface="DejaVu Sans"/>
                <a:cs typeface="DejaVu Sans"/>
              </a:defRPr>
            </a:lvl1pPr>
            <a:lvl2pPr>
              <a:defRPr sz="1050" b="0">
                <a:solidFill>
                  <a:srgbClr val="526577"/>
                </a:solidFill>
                <a:latin typeface="DejaVu Sans"/>
                <a:ea typeface="DejaVu Sans"/>
                <a:cs typeface="DejaVu Sans"/>
              </a:defRPr>
            </a:lvl2pPr>
            <a:lvl3pPr>
              <a:defRPr sz="1050" b="0">
                <a:solidFill>
                  <a:srgbClr val="526577"/>
                </a:solidFill>
                <a:latin typeface="DejaVu Sans"/>
                <a:ea typeface="DejaVu Sans"/>
                <a:cs typeface="DejaVu Sans"/>
              </a:defRPr>
            </a:lvl3pPr>
            <a:lvl4pPr>
              <a:defRPr sz="1050" b="0">
                <a:solidFill>
                  <a:srgbClr val="526577"/>
                </a:solidFill>
                <a:latin typeface="DejaVu Sans"/>
                <a:ea typeface="DejaVu Sans"/>
                <a:cs typeface="DejaVu Sans"/>
              </a:defRPr>
            </a:lvl4pPr>
            <a:lvl5pPr>
              <a:defRPr sz="1050" b="0">
                <a:solidFill>
                  <a:srgbClr val="526577"/>
                </a:solidFill>
                <a:latin typeface="DejaVu Sans"/>
                <a:ea typeface="DejaVu Sans"/>
                <a:cs typeface="DejaVu Sans"/>
              </a:defRPr>
            </a:lvl5pPr>
            <a:lvl6pPr>
              <a:defRPr sz="1050" b="0">
                <a:solidFill>
                  <a:srgbClr val="526577"/>
                </a:solidFill>
                <a:latin typeface="DejaVu Sans"/>
                <a:ea typeface="DejaVu Sans"/>
                <a:cs typeface="DejaVu Sans"/>
              </a:defRPr>
            </a:lvl6pPr>
            <a:lvl7pPr>
              <a:defRPr sz="1050" b="0">
                <a:solidFill>
                  <a:srgbClr val="526577"/>
                </a:solidFill>
                <a:latin typeface="DejaVu Sans"/>
                <a:ea typeface="DejaVu Sans"/>
                <a:cs typeface="DejaVu Sans"/>
              </a:defRPr>
            </a:lvl7pPr>
            <a:lvl8pPr>
              <a:defRPr sz="1050" b="0">
                <a:solidFill>
                  <a:srgbClr val="526577"/>
                </a:solidFill>
                <a:latin typeface="DejaVu Sans"/>
                <a:ea typeface="DejaVu Sans"/>
                <a:cs typeface="DejaVu Sans"/>
              </a:defRPr>
            </a:lvl8pPr>
            <a:lvl9pPr>
              <a:defRPr sz="1050" b="0">
                <a:solidFill>
                  <a:srgbClr val="526577"/>
                </a:solidFill>
                <a:latin typeface="DejaVu Sans"/>
                <a:ea typeface="DejaVu Sans"/>
                <a:cs typeface="DejaVu Sans"/>
              </a:defRPr>
            </a:lvl9pPr>
          </a:lstStyle>
          <a:p xmlns:a="http://schemas.openxmlformats.org/drawingml/2006/main">
            <a:pPr>
              <a:defRPr sz="1050" b="0">
                <a:solidFill>
                  <a:srgbClr val="526577"/>
                </a:solidFill>
                <a:latin typeface="DejaVu Sans"/>
                <a:ea typeface="DejaVu Sans"/>
                <a:cs typeface="DejaVu Sans"/>
              </a:defRPr>
            </a:pPr>
            <a:r>
              <a:rPr sz="1050" b="0">
                <a:solidFill>
                  <a:srgbClr val="526577"/>
                </a:solidFill>
                <a:latin typeface="DejaVu Sans"/>
                <a:ea typeface="DejaVu Sans"/>
                <a:cs typeface="DejaVu Sans"/>
              </a:rPr>
              <a:t>18</a:t>
            </a:r>
          </a:p>
        </p:txBody>
      </p:sp>
      <p:pic>
        <p:nvPicPr>
          <p:cNvPr id="4" name="">
            <a:extLst xmlns:a="http://schemas.openxmlformats.org/drawingml/2006/main">
              <a:ext uri="{FF2B5EF4-FFF2-40B4-BE49-F238E27FC236}">
                <a16:creationId xmlns:a16="http://schemas.microsoft.com/office/drawing/2014/main" id="{28BA3DCF-8C9F-45C3-9AC8-AD495FB4DA1A}"/>
              </a:ext>
            </a:extLst>
          </p:cNvPr>
          <p:cNvPicPr>
            <a:picLocks xmlns:a="http://schemas.openxmlformats.org/drawingml/2006/main" noChangeAspect="1"/>
          </p:cNvPicPr>
          <p:nvPr/>
        </p:nvPicPr>
        <p:blipFill>
          <a:blip xmlns:r="http://schemas.openxmlformats.org/officeDocument/2006/relationships" xmlns:a="http://schemas.openxmlformats.org/drawingml/2006/main" r:embed="R18fd2e5c468e468c"/>
          <a:stretch xmlns:a="http://schemas.openxmlformats.org/drawingml/2006/main"/>
        </p:blipFill>
        <p:spPr>
          <a:xfrm xmlns:a="http://schemas.openxmlformats.org/drawingml/2006/main">
            <a:off x="381000" y="1658257"/>
            <a:ext cx="11430000" cy="4227286"/>
          </a:xfrm>
          <a:prstGeom xmlns:a="http://schemas.openxmlformats.org/drawingml/2006/main" prst="rect">
            <a:avLst/>
          </a:prstGeom>
        </p:spPr>
      </p:pic>
      <p:sp>
        <p:nvSpPr>
          <p:cNvPr id="5" name="text-3">
            <a:extLst xmlns:a="http://schemas.openxmlformats.org/drawingml/2006/main">
              <a:ext uri="{FF2B5EF4-FFF2-40B4-BE49-F238E27FC236}">
                <a16:creationId xmlns:a16="http://schemas.microsoft.com/office/drawing/2014/main" id="{2640FA0A-90DD-4DE9-B4FF-BA1993F31682}"/>
              </a:ext>
            </a:extLst>
          </p:cNvPr>
          <p:cNvSpPr>
            <a:spLocks xmlns:a="http://schemas.openxmlformats.org/drawingml/2006/main" noGrp="1"/>
          </p:cNvSpPr>
          <p:nvPr/>
        </p:nvSpPr>
        <p:spPr>
          <a:xfrm xmlns:a="http://schemas.openxmlformats.org/drawingml/2006/main">
            <a:off x="514350" y="6057900"/>
            <a:ext cx="11144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350" b="0">
                <a:solidFill>
                  <a:srgbClr val="526577"/>
                </a:solidFill>
                <a:latin typeface="DejaVu Sans"/>
                <a:ea typeface="DejaVu Sans"/>
                <a:cs typeface="DejaVu Sans"/>
              </a:defRPr>
            </a:defPPr>
            <a:lvl1pPr>
              <a:defRPr sz="1350" b="0">
                <a:solidFill>
                  <a:srgbClr val="526577"/>
                </a:solidFill>
                <a:latin typeface="DejaVu Sans"/>
                <a:ea typeface="DejaVu Sans"/>
                <a:cs typeface="DejaVu Sans"/>
              </a:defRPr>
            </a:lvl1pPr>
            <a:lvl2pPr>
              <a:defRPr sz="1350" b="0">
                <a:solidFill>
                  <a:srgbClr val="526577"/>
                </a:solidFill>
                <a:latin typeface="DejaVu Sans"/>
                <a:ea typeface="DejaVu Sans"/>
                <a:cs typeface="DejaVu Sans"/>
              </a:defRPr>
            </a:lvl2pPr>
            <a:lvl3pPr>
              <a:defRPr sz="1350" b="0">
                <a:solidFill>
                  <a:srgbClr val="526577"/>
                </a:solidFill>
                <a:latin typeface="DejaVu Sans"/>
                <a:ea typeface="DejaVu Sans"/>
                <a:cs typeface="DejaVu Sans"/>
              </a:defRPr>
            </a:lvl3pPr>
            <a:lvl4pPr>
              <a:defRPr sz="1350" b="0">
                <a:solidFill>
                  <a:srgbClr val="526577"/>
                </a:solidFill>
                <a:latin typeface="DejaVu Sans"/>
                <a:ea typeface="DejaVu Sans"/>
                <a:cs typeface="DejaVu Sans"/>
              </a:defRPr>
            </a:lvl4pPr>
            <a:lvl5pPr>
              <a:defRPr sz="1350" b="0">
                <a:solidFill>
                  <a:srgbClr val="526577"/>
                </a:solidFill>
                <a:latin typeface="DejaVu Sans"/>
                <a:ea typeface="DejaVu Sans"/>
                <a:cs typeface="DejaVu Sans"/>
              </a:defRPr>
            </a:lvl5pPr>
            <a:lvl6pPr>
              <a:defRPr sz="1350" b="0">
                <a:solidFill>
                  <a:srgbClr val="526577"/>
                </a:solidFill>
                <a:latin typeface="DejaVu Sans"/>
                <a:ea typeface="DejaVu Sans"/>
                <a:cs typeface="DejaVu Sans"/>
              </a:defRPr>
            </a:lvl6pPr>
            <a:lvl7pPr>
              <a:defRPr sz="1350" b="0">
                <a:solidFill>
                  <a:srgbClr val="526577"/>
                </a:solidFill>
                <a:latin typeface="DejaVu Sans"/>
                <a:ea typeface="DejaVu Sans"/>
                <a:cs typeface="DejaVu Sans"/>
              </a:defRPr>
            </a:lvl7pPr>
            <a:lvl8pPr>
              <a:defRPr sz="1350" b="0">
                <a:solidFill>
                  <a:srgbClr val="526577"/>
                </a:solidFill>
                <a:latin typeface="DejaVu Sans"/>
                <a:ea typeface="DejaVu Sans"/>
                <a:cs typeface="DejaVu Sans"/>
              </a:defRPr>
            </a:lvl8pPr>
            <a:lvl9pPr>
              <a:defRPr sz="1350" b="0">
                <a:solidFill>
                  <a:srgbClr val="526577"/>
                </a:solidFill>
                <a:latin typeface="DejaVu Sans"/>
                <a:ea typeface="DejaVu Sans"/>
                <a:cs typeface="DejaVu Sans"/>
              </a:defRPr>
            </a:lvl9pPr>
          </a:lstStyle>
          <a:p xmlns:a="http://schemas.openxmlformats.org/drawingml/2006/main">
            <a:pPr>
              <a:defRPr sz="1350" b="0">
                <a:solidFill>
                  <a:srgbClr val="526577"/>
                </a:solidFill>
                <a:latin typeface="DejaVu Sans"/>
                <a:ea typeface="DejaVu Sans"/>
                <a:cs typeface="DejaVu Sans"/>
              </a:defRPr>
            </a:pPr>
            <a:r>
              <a:rPr sz="1350" b="0">
                <a:solidFill>
                  <a:srgbClr val="526577"/>
                </a:solidFill>
                <a:latin typeface="DejaVu Sans"/>
                <a:ea typeface="DejaVu Sans"/>
                <a:cs typeface="DejaVu Sans"/>
              </a:rPr>
              <a:t>Lower IMD bands indicate greater deprivation. Project enrollments are not regional population estimates.</a:t>
            </a:r>
          </a:p>
        </p:txBody>
      </p:sp>
    </p:spTree>
    <p:extLst>
      <p:ext uri="{BB962C8B-B14F-4D97-AF65-F5344CB8AC3E}">
        <p14:creationId xmlns:p14="http://schemas.microsoft.com/office/powerpoint/2010/main" val="964284427"/>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9C0120E6-6A82-43DD-A049-2B445F078C50}"/>
              </a:ext>
            </a:extLst>
          </p:cNvPr>
          <p:cNvSpPr>
            <a:spLocks xmlns:a="http://schemas.openxmlformats.org/drawingml/2006/main" noGrp="1"/>
          </p:cNvSpPr>
          <p:nvPr/>
        </p:nvSpPr>
        <p:spPr>
          <a:xfrm xmlns:a="http://schemas.openxmlformats.org/drawingml/2006/main">
            <a:off x="514350" y="323850"/>
            <a:ext cx="111633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000" b="1">
                <a:solidFill>
                  <a:srgbClr val="132D40"/>
                </a:solidFill>
                <a:latin typeface="DejaVu Sans"/>
                <a:ea typeface="DejaVu Sans"/>
                <a:cs typeface="DejaVu Sans"/>
              </a:defRPr>
            </a:defPPr>
            <a:lvl1pPr>
              <a:defRPr sz="3000" b="1">
                <a:solidFill>
                  <a:srgbClr val="132D40"/>
                </a:solidFill>
                <a:latin typeface="DejaVu Sans"/>
                <a:ea typeface="DejaVu Sans"/>
                <a:cs typeface="DejaVu Sans"/>
              </a:defRPr>
            </a:lvl1pPr>
            <a:lvl2pPr>
              <a:defRPr sz="3000" b="1">
                <a:solidFill>
                  <a:srgbClr val="132D40"/>
                </a:solidFill>
                <a:latin typeface="DejaVu Sans"/>
                <a:ea typeface="DejaVu Sans"/>
                <a:cs typeface="DejaVu Sans"/>
              </a:defRPr>
            </a:lvl2pPr>
            <a:lvl3pPr>
              <a:defRPr sz="3000" b="1">
                <a:solidFill>
                  <a:srgbClr val="132D40"/>
                </a:solidFill>
                <a:latin typeface="DejaVu Sans"/>
                <a:ea typeface="DejaVu Sans"/>
                <a:cs typeface="DejaVu Sans"/>
              </a:defRPr>
            </a:lvl3pPr>
            <a:lvl4pPr>
              <a:defRPr sz="3000" b="1">
                <a:solidFill>
                  <a:srgbClr val="132D40"/>
                </a:solidFill>
                <a:latin typeface="DejaVu Sans"/>
                <a:ea typeface="DejaVu Sans"/>
                <a:cs typeface="DejaVu Sans"/>
              </a:defRPr>
            </a:lvl4pPr>
            <a:lvl5pPr>
              <a:defRPr sz="3000" b="1">
                <a:solidFill>
                  <a:srgbClr val="132D40"/>
                </a:solidFill>
                <a:latin typeface="DejaVu Sans"/>
                <a:ea typeface="DejaVu Sans"/>
                <a:cs typeface="DejaVu Sans"/>
              </a:defRPr>
            </a:lvl5pPr>
            <a:lvl6pPr>
              <a:defRPr sz="3000" b="1">
                <a:solidFill>
                  <a:srgbClr val="132D40"/>
                </a:solidFill>
                <a:latin typeface="DejaVu Sans"/>
                <a:ea typeface="DejaVu Sans"/>
                <a:cs typeface="DejaVu Sans"/>
              </a:defRPr>
            </a:lvl6pPr>
            <a:lvl7pPr>
              <a:defRPr sz="3000" b="1">
                <a:solidFill>
                  <a:srgbClr val="132D40"/>
                </a:solidFill>
                <a:latin typeface="DejaVu Sans"/>
                <a:ea typeface="DejaVu Sans"/>
                <a:cs typeface="DejaVu Sans"/>
              </a:defRPr>
            </a:lvl7pPr>
            <a:lvl8pPr>
              <a:defRPr sz="3000" b="1">
                <a:solidFill>
                  <a:srgbClr val="132D40"/>
                </a:solidFill>
                <a:latin typeface="DejaVu Sans"/>
                <a:ea typeface="DejaVu Sans"/>
                <a:cs typeface="DejaVu Sans"/>
              </a:defRPr>
            </a:lvl8pPr>
            <a:lvl9pPr>
              <a:defRPr sz="3000" b="1">
                <a:solidFill>
                  <a:srgbClr val="132D40"/>
                </a:solidFill>
                <a:latin typeface="DejaVu Sans"/>
                <a:ea typeface="DejaVu Sans"/>
                <a:cs typeface="DejaVu Sans"/>
              </a:defRPr>
            </a:lvl9pPr>
          </a:lstStyle>
          <a:p xmlns:a="http://schemas.openxmlformats.org/drawingml/2006/main">
            <a:pPr>
              <a:defRPr sz="3000" b="1">
                <a:solidFill>
                  <a:srgbClr val="132D40"/>
                </a:solidFill>
                <a:latin typeface="DejaVu Sans"/>
                <a:ea typeface="DejaVu Sans"/>
                <a:cs typeface="DejaVu Sans"/>
              </a:defRPr>
            </a:pPr>
            <a:r>
              <a:rPr sz="3000" b="1">
                <a:solidFill>
                  <a:srgbClr val="132D40"/>
                </a:solidFill>
                <a:latin typeface="DejaVu Sans"/>
                <a:ea typeface="DejaVu Sans"/>
                <a:cs typeface="DejaVu Sans"/>
              </a:rPr>
              <a:t>Appendix Engagement across the full course</a:t>
            </a:r>
          </a:p>
        </p:txBody>
      </p:sp>
      <p:sp>
        <p:nvSpPr>
          <p:cNvPr id="2" name="text-1">
            <a:extLst xmlns:a="http://schemas.openxmlformats.org/drawingml/2006/main">
              <a:ext uri="{FF2B5EF4-FFF2-40B4-BE49-F238E27FC236}">
                <a16:creationId xmlns:a16="http://schemas.microsoft.com/office/drawing/2014/main" id="{19FDAE02-9A8D-4962-9186-610692F285C6}"/>
              </a:ext>
            </a:extLst>
          </p:cNvPr>
          <p:cNvSpPr>
            <a:spLocks xmlns:a="http://schemas.openxmlformats.org/drawingml/2006/main" noGrp="1"/>
          </p:cNvSpPr>
          <p:nvPr/>
        </p:nvSpPr>
        <p:spPr>
          <a:xfrm xmlns:a="http://schemas.openxmlformats.org/drawingml/2006/main">
            <a:off x="533400" y="1362075"/>
            <a:ext cx="1104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500" b="0">
                <a:solidFill>
                  <a:srgbClr val="526577"/>
                </a:solidFill>
                <a:latin typeface="DejaVu Sans"/>
                <a:ea typeface="DejaVu Sans"/>
                <a:cs typeface="DejaVu Sans"/>
              </a:defRPr>
            </a:defPPr>
            <a:lvl1pPr>
              <a:defRPr sz="1500" b="0">
                <a:solidFill>
                  <a:srgbClr val="526577"/>
                </a:solidFill>
                <a:latin typeface="DejaVu Sans"/>
                <a:ea typeface="DejaVu Sans"/>
                <a:cs typeface="DejaVu Sans"/>
              </a:defRPr>
            </a:lvl1pPr>
            <a:lvl2pPr>
              <a:defRPr sz="1500" b="0">
                <a:solidFill>
                  <a:srgbClr val="526577"/>
                </a:solidFill>
                <a:latin typeface="DejaVu Sans"/>
                <a:ea typeface="DejaVu Sans"/>
                <a:cs typeface="DejaVu Sans"/>
              </a:defRPr>
            </a:lvl2pPr>
            <a:lvl3pPr>
              <a:defRPr sz="1500" b="0">
                <a:solidFill>
                  <a:srgbClr val="526577"/>
                </a:solidFill>
                <a:latin typeface="DejaVu Sans"/>
                <a:ea typeface="DejaVu Sans"/>
                <a:cs typeface="DejaVu Sans"/>
              </a:defRPr>
            </a:lvl3pPr>
            <a:lvl4pPr>
              <a:defRPr sz="1500" b="0">
                <a:solidFill>
                  <a:srgbClr val="526577"/>
                </a:solidFill>
                <a:latin typeface="DejaVu Sans"/>
                <a:ea typeface="DejaVu Sans"/>
                <a:cs typeface="DejaVu Sans"/>
              </a:defRPr>
            </a:lvl4pPr>
            <a:lvl5pPr>
              <a:defRPr sz="1500" b="0">
                <a:solidFill>
                  <a:srgbClr val="526577"/>
                </a:solidFill>
                <a:latin typeface="DejaVu Sans"/>
                <a:ea typeface="DejaVu Sans"/>
                <a:cs typeface="DejaVu Sans"/>
              </a:defRPr>
            </a:lvl5pPr>
            <a:lvl6pPr>
              <a:defRPr sz="1500" b="0">
                <a:solidFill>
                  <a:srgbClr val="526577"/>
                </a:solidFill>
                <a:latin typeface="DejaVu Sans"/>
                <a:ea typeface="DejaVu Sans"/>
                <a:cs typeface="DejaVu Sans"/>
              </a:defRPr>
            </a:lvl6pPr>
            <a:lvl7pPr>
              <a:defRPr sz="1500" b="0">
                <a:solidFill>
                  <a:srgbClr val="526577"/>
                </a:solidFill>
                <a:latin typeface="DejaVu Sans"/>
                <a:ea typeface="DejaVu Sans"/>
                <a:cs typeface="DejaVu Sans"/>
              </a:defRPr>
            </a:lvl7pPr>
            <a:lvl8pPr>
              <a:defRPr sz="1500" b="0">
                <a:solidFill>
                  <a:srgbClr val="526577"/>
                </a:solidFill>
                <a:latin typeface="DejaVu Sans"/>
                <a:ea typeface="DejaVu Sans"/>
                <a:cs typeface="DejaVu Sans"/>
              </a:defRPr>
            </a:lvl8pPr>
            <a:lvl9pPr>
              <a:defRPr sz="1500" b="0">
                <a:solidFill>
                  <a:srgbClr val="526577"/>
                </a:solidFill>
                <a:latin typeface="DejaVu Sans"/>
                <a:ea typeface="DejaVu Sans"/>
                <a:cs typeface="DejaVu Sans"/>
              </a:defRPr>
            </a:lvl9pPr>
          </a:lstStyle>
          <a:p xmlns:a="http://schemas.openxmlformats.org/drawingml/2006/main">
            <a:pPr>
              <a:defRPr sz="1500" b="0">
                <a:solidFill>
                  <a:srgbClr val="526577"/>
                </a:solidFill>
                <a:latin typeface="DejaVu Sans"/>
                <a:ea typeface="DejaVu Sans"/>
                <a:cs typeface="DejaVu Sans"/>
              </a:defRPr>
            </a:pPr>
            <a:r>
              <a:rPr sz="1500" b="0">
                <a:solidFill>
                  <a:srgbClr val="526577"/>
                </a:solidFill>
                <a:latin typeface="DejaVu Sans"/>
                <a:ea typeface="DejaVu Sans"/>
                <a:cs typeface="DejaVu Sans"/>
              </a:rPr>
              <a:t>Original notebook chart with weekly sample sizes</a:t>
            </a:r>
          </a:p>
        </p:txBody>
      </p:sp>
      <p:sp>
        <p:nvSpPr>
          <p:cNvPr id="3" name="text-2">
            <a:extLst xmlns:a="http://schemas.openxmlformats.org/drawingml/2006/main">
              <a:ext uri="{FF2B5EF4-FFF2-40B4-BE49-F238E27FC236}">
                <a16:creationId xmlns:a16="http://schemas.microsoft.com/office/drawing/2014/main" id="{34C0E00E-8A9F-4B17-81A8-A94ACB461A30}"/>
              </a:ext>
            </a:extLst>
          </p:cNvPr>
          <p:cNvSpPr>
            <a:spLocks xmlns:a="http://schemas.openxmlformats.org/drawingml/2006/main" noGrp="1"/>
          </p:cNvSpPr>
          <p:nvPr/>
        </p:nvSpPr>
        <p:spPr>
          <a:xfrm xmlns:a="http://schemas.openxmlformats.org/drawingml/2006/main">
            <a:off x="11334750" y="6477000"/>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050" b="0">
                <a:solidFill>
                  <a:srgbClr val="526577"/>
                </a:solidFill>
                <a:latin typeface="DejaVu Sans"/>
                <a:ea typeface="DejaVu Sans"/>
                <a:cs typeface="DejaVu Sans"/>
              </a:defRPr>
            </a:defPPr>
            <a:lvl1pPr>
              <a:defRPr sz="1050" b="0">
                <a:solidFill>
                  <a:srgbClr val="526577"/>
                </a:solidFill>
                <a:latin typeface="DejaVu Sans"/>
                <a:ea typeface="DejaVu Sans"/>
                <a:cs typeface="DejaVu Sans"/>
              </a:defRPr>
            </a:lvl1pPr>
            <a:lvl2pPr>
              <a:defRPr sz="1050" b="0">
                <a:solidFill>
                  <a:srgbClr val="526577"/>
                </a:solidFill>
                <a:latin typeface="DejaVu Sans"/>
                <a:ea typeface="DejaVu Sans"/>
                <a:cs typeface="DejaVu Sans"/>
              </a:defRPr>
            </a:lvl2pPr>
            <a:lvl3pPr>
              <a:defRPr sz="1050" b="0">
                <a:solidFill>
                  <a:srgbClr val="526577"/>
                </a:solidFill>
                <a:latin typeface="DejaVu Sans"/>
                <a:ea typeface="DejaVu Sans"/>
                <a:cs typeface="DejaVu Sans"/>
              </a:defRPr>
            </a:lvl3pPr>
            <a:lvl4pPr>
              <a:defRPr sz="1050" b="0">
                <a:solidFill>
                  <a:srgbClr val="526577"/>
                </a:solidFill>
                <a:latin typeface="DejaVu Sans"/>
                <a:ea typeface="DejaVu Sans"/>
                <a:cs typeface="DejaVu Sans"/>
              </a:defRPr>
            </a:lvl4pPr>
            <a:lvl5pPr>
              <a:defRPr sz="1050" b="0">
                <a:solidFill>
                  <a:srgbClr val="526577"/>
                </a:solidFill>
                <a:latin typeface="DejaVu Sans"/>
                <a:ea typeface="DejaVu Sans"/>
                <a:cs typeface="DejaVu Sans"/>
              </a:defRPr>
            </a:lvl5pPr>
            <a:lvl6pPr>
              <a:defRPr sz="1050" b="0">
                <a:solidFill>
                  <a:srgbClr val="526577"/>
                </a:solidFill>
                <a:latin typeface="DejaVu Sans"/>
                <a:ea typeface="DejaVu Sans"/>
                <a:cs typeface="DejaVu Sans"/>
              </a:defRPr>
            </a:lvl6pPr>
            <a:lvl7pPr>
              <a:defRPr sz="1050" b="0">
                <a:solidFill>
                  <a:srgbClr val="526577"/>
                </a:solidFill>
                <a:latin typeface="DejaVu Sans"/>
                <a:ea typeface="DejaVu Sans"/>
                <a:cs typeface="DejaVu Sans"/>
              </a:defRPr>
            </a:lvl7pPr>
            <a:lvl8pPr>
              <a:defRPr sz="1050" b="0">
                <a:solidFill>
                  <a:srgbClr val="526577"/>
                </a:solidFill>
                <a:latin typeface="DejaVu Sans"/>
                <a:ea typeface="DejaVu Sans"/>
                <a:cs typeface="DejaVu Sans"/>
              </a:defRPr>
            </a:lvl8pPr>
            <a:lvl9pPr>
              <a:defRPr sz="1050" b="0">
                <a:solidFill>
                  <a:srgbClr val="526577"/>
                </a:solidFill>
                <a:latin typeface="DejaVu Sans"/>
                <a:ea typeface="DejaVu Sans"/>
                <a:cs typeface="DejaVu Sans"/>
              </a:defRPr>
            </a:lvl9pPr>
          </a:lstStyle>
          <a:p xmlns:a="http://schemas.openxmlformats.org/drawingml/2006/main">
            <a:pPr>
              <a:defRPr sz="1050" b="0">
                <a:solidFill>
                  <a:srgbClr val="526577"/>
                </a:solidFill>
                <a:latin typeface="DejaVu Sans"/>
                <a:ea typeface="DejaVu Sans"/>
                <a:cs typeface="DejaVu Sans"/>
              </a:defRPr>
            </a:pPr>
            <a:r>
              <a:rPr sz="1050" b="0">
                <a:solidFill>
                  <a:srgbClr val="526577"/>
                </a:solidFill>
                <a:latin typeface="DejaVu Sans"/>
                <a:ea typeface="DejaVu Sans"/>
                <a:cs typeface="DejaVu Sans"/>
              </a:rPr>
              <a:t>19</a:t>
            </a:r>
          </a:p>
        </p:txBody>
      </p:sp>
      <p:pic>
        <p:nvPicPr>
          <p:cNvPr id="4" name="">
            <a:extLst xmlns:a="http://schemas.openxmlformats.org/drawingml/2006/main">
              <a:ext uri="{FF2B5EF4-FFF2-40B4-BE49-F238E27FC236}">
                <a16:creationId xmlns:a16="http://schemas.microsoft.com/office/drawing/2014/main" id="{6EBEE4F1-992F-4207-AE63-0AEF8E083DC1}"/>
              </a:ext>
            </a:extLst>
          </p:cNvPr>
          <p:cNvPicPr>
            <a:picLocks xmlns:a="http://schemas.openxmlformats.org/drawingml/2006/main" noChangeAspect="1"/>
          </p:cNvPicPr>
          <p:nvPr/>
        </p:nvPicPr>
        <p:blipFill>
          <a:blip xmlns:r="http://schemas.openxmlformats.org/officeDocument/2006/relationships" xmlns:a="http://schemas.openxmlformats.org/drawingml/2006/main" r:embed="R805bdd7a16764c6b"/>
          <a:stretch xmlns:a="http://schemas.openxmlformats.org/drawingml/2006/main"/>
        </p:blipFill>
        <p:spPr>
          <a:xfrm xmlns:a="http://schemas.openxmlformats.org/drawingml/2006/main">
            <a:off x="1277075" y="1809750"/>
            <a:ext cx="5399226" cy="4667250"/>
          </a:xfrm>
          <a:prstGeom xmlns:a="http://schemas.openxmlformats.org/drawingml/2006/main" prst="rect">
            <a:avLst/>
          </a:prstGeom>
        </p:spPr>
      </p:pic>
      <p:sp>
        <p:nvSpPr>
          <p:cNvPr id="5" name="text-3">
            <a:extLst xmlns:a="http://schemas.openxmlformats.org/drawingml/2006/main">
              <a:ext uri="{FF2B5EF4-FFF2-40B4-BE49-F238E27FC236}">
                <a16:creationId xmlns:a16="http://schemas.microsoft.com/office/drawing/2014/main" id="{2F863E8A-3D9A-4878-8637-6C8601135EA0}"/>
              </a:ext>
            </a:extLst>
          </p:cNvPr>
          <p:cNvSpPr>
            <a:spLocks xmlns:a="http://schemas.openxmlformats.org/drawingml/2006/main" noGrp="1"/>
          </p:cNvSpPr>
          <p:nvPr/>
        </p:nvSpPr>
        <p:spPr>
          <a:xfrm xmlns:a="http://schemas.openxmlformats.org/drawingml/2006/main">
            <a:off x="8020050" y="1857375"/>
            <a:ext cx="35718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025" b="1">
                <a:solidFill>
                  <a:srgbClr val="177E82"/>
                </a:solidFill>
                <a:latin typeface="DejaVu Sans"/>
                <a:ea typeface="DejaVu Sans"/>
                <a:cs typeface="DejaVu Sans"/>
              </a:defRPr>
            </a:defPPr>
            <a:lvl1pPr>
              <a:defRPr sz="2025" b="1">
                <a:solidFill>
                  <a:srgbClr val="177E82"/>
                </a:solidFill>
                <a:latin typeface="DejaVu Sans"/>
                <a:ea typeface="DejaVu Sans"/>
                <a:cs typeface="DejaVu Sans"/>
              </a:defRPr>
            </a:lvl1pPr>
            <a:lvl2pPr>
              <a:defRPr sz="2025" b="1">
                <a:solidFill>
                  <a:srgbClr val="177E82"/>
                </a:solidFill>
                <a:latin typeface="DejaVu Sans"/>
                <a:ea typeface="DejaVu Sans"/>
                <a:cs typeface="DejaVu Sans"/>
              </a:defRPr>
            </a:lvl2pPr>
            <a:lvl3pPr>
              <a:defRPr sz="2025" b="1">
                <a:solidFill>
                  <a:srgbClr val="177E82"/>
                </a:solidFill>
                <a:latin typeface="DejaVu Sans"/>
                <a:ea typeface="DejaVu Sans"/>
                <a:cs typeface="DejaVu Sans"/>
              </a:defRPr>
            </a:lvl3pPr>
            <a:lvl4pPr>
              <a:defRPr sz="2025" b="1">
                <a:solidFill>
                  <a:srgbClr val="177E82"/>
                </a:solidFill>
                <a:latin typeface="DejaVu Sans"/>
                <a:ea typeface="DejaVu Sans"/>
                <a:cs typeface="DejaVu Sans"/>
              </a:defRPr>
            </a:lvl4pPr>
            <a:lvl5pPr>
              <a:defRPr sz="2025" b="1">
                <a:solidFill>
                  <a:srgbClr val="177E82"/>
                </a:solidFill>
                <a:latin typeface="DejaVu Sans"/>
                <a:ea typeface="DejaVu Sans"/>
                <a:cs typeface="DejaVu Sans"/>
              </a:defRPr>
            </a:lvl5pPr>
            <a:lvl6pPr>
              <a:defRPr sz="2025" b="1">
                <a:solidFill>
                  <a:srgbClr val="177E82"/>
                </a:solidFill>
                <a:latin typeface="DejaVu Sans"/>
                <a:ea typeface="DejaVu Sans"/>
                <a:cs typeface="DejaVu Sans"/>
              </a:defRPr>
            </a:lvl6pPr>
            <a:lvl7pPr>
              <a:defRPr sz="2025" b="1">
                <a:solidFill>
                  <a:srgbClr val="177E82"/>
                </a:solidFill>
                <a:latin typeface="DejaVu Sans"/>
                <a:ea typeface="DejaVu Sans"/>
                <a:cs typeface="DejaVu Sans"/>
              </a:defRPr>
            </a:lvl7pPr>
            <a:lvl8pPr>
              <a:defRPr sz="2025" b="1">
                <a:solidFill>
                  <a:srgbClr val="177E82"/>
                </a:solidFill>
                <a:latin typeface="DejaVu Sans"/>
                <a:ea typeface="DejaVu Sans"/>
                <a:cs typeface="DejaVu Sans"/>
              </a:defRPr>
            </a:lvl8pPr>
            <a:lvl9pPr>
              <a:defRPr sz="2025" b="1">
                <a:solidFill>
                  <a:srgbClr val="177E82"/>
                </a:solidFill>
                <a:latin typeface="DejaVu Sans"/>
                <a:ea typeface="DejaVu Sans"/>
                <a:cs typeface="DejaVu Sans"/>
              </a:defRPr>
            </a:lvl9pPr>
          </a:lstStyle>
          <a:p xmlns:a="http://schemas.openxmlformats.org/drawingml/2006/main">
            <a:pPr>
              <a:defRPr sz="2025" b="1">
                <a:solidFill>
                  <a:srgbClr val="177E82"/>
                </a:solidFill>
                <a:latin typeface="DejaVu Sans"/>
                <a:ea typeface="DejaVu Sans"/>
                <a:cs typeface="DejaVu Sans"/>
              </a:defRPr>
            </a:pPr>
            <a:r>
              <a:rPr sz="2025" b="1">
                <a:solidFill>
                  <a:srgbClr val="177E82"/>
                </a:solidFill>
                <a:latin typeface="DejaVu Sans"/>
                <a:ea typeface="DejaVu Sans"/>
                <a:cs typeface="DejaVu Sans"/>
              </a:rPr>
              <a:t>Reading the chart</a:t>
            </a:r>
          </a:p>
        </p:txBody>
      </p:sp>
      <p:sp>
        <p:nvSpPr>
          <p:cNvPr id="6" name="text-4">
            <a:extLst xmlns:a="http://schemas.openxmlformats.org/drawingml/2006/main">
              <a:ext uri="{FF2B5EF4-FFF2-40B4-BE49-F238E27FC236}">
                <a16:creationId xmlns:a16="http://schemas.microsoft.com/office/drawing/2014/main" id="{31CD006B-8914-4C2C-A1B3-763890C20CC1}"/>
              </a:ext>
            </a:extLst>
          </p:cNvPr>
          <p:cNvSpPr>
            <a:spLocks xmlns:a="http://schemas.openxmlformats.org/drawingml/2006/main" noGrp="1"/>
          </p:cNvSpPr>
          <p:nvPr/>
        </p:nvSpPr>
        <p:spPr>
          <a:xfrm xmlns:a="http://schemas.openxmlformats.org/drawingml/2006/main">
            <a:off x="8020050" y="2457450"/>
            <a:ext cx="3524250" cy="2952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800" b="0">
                <a:solidFill>
                  <a:srgbClr val="132D40"/>
                </a:solidFill>
                <a:latin typeface="DejaVu Sans"/>
                <a:ea typeface="DejaVu Sans"/>
                <a:cs typeface="DejaVu Sans"/>
              </a:defRPr>
            </a:defPPr>
            <a:lvl1pPr>
              <a:defRPr sz="1800" b="0">
                <a:solidFill>
                  <a:srgbClr val="132D40"/>
                </a:solidFill>
                <a:latin typeface="DejaVu Sans"/>
                <a:ea typeface="DejaVu Sans"/>
                <a:cs typeface="DejaVu Sans"/>
              </a:defRPr>
            </a:lvl1pPr>
            <a:lvl2pPr>
              <a:defRPr sz="1800" b="0">
                <a:solidFill>
                  <a:srgbClr val="132D40"/>
                </a:solidFill>
                <a:latin typeface="DejaVu Sans"/>
                <a:ea typeface="DejaVu Sans"/>
                <a:cs typeface="DejaVu Sans"/>
              </a:defRPr>
            </a:lvl2pPr>
            <a:lvl3pPr>
              <a:defRPr sz="1800" b="0">
                <a:solidFill>
                  <a:srgbClr val="132D40"/>
                </a:solidFill>
                <a:latin typeface="DejaVu Sans"/>
                <a:ea typeface="DejaVu Sans"/>
                <a:cs typeface="DejaVu Sans"/>
              </a:defRPr>
            </a:lvl3pPr>
            <a:lvl4pPr>
              <a:defRPr sz="1800" b="0">
                <a:solidFill>
                  <a:srgbClr val="132D40"/>
                </a:solidFill>
                <a:latin typeface="DejaVu Sans"/>
                <a:ea typeface="DejaVu Sans"/>
                <a:cs typeface="DejaVu Sans"/>
              </a:defRPr>
            </a:lvl4pPr>
            <a:lvl5pPr>
              <a:defRPr sz="1800" b="0">
                <a:solidFill>
                  <a:srgbClr val="132D40"/>
                </a:solidFill>
                <a:latin typeface="DejaVu Sans"/>
                <a:ea typeface="DejaVu Sans"/>
                <a:cs typeface="DejaVu Sans"/>
              </a:defRPr>
            </a:lvl5pPr>
            <a:lvl6pPr>
              <a:defRPr sz="1800" b="0">
                <a:solidFill>
                  <a:srgbClr val="132D40"/>
                </a:solidFill>
                <a:latin typeface="DejaVu Sans"/>
                <a:ea typeface="DejaVu Sans"/>
                <a:cs typeface="DejaVu Sans"/>
              </a:defRPr>
            </a:lvl6pPr>
            <a:lvl7pPr>
              <a:defRPr sz="1800" b="0">
                <a:solidFill>
                  <a:srgbClr val="132D40"/>
                </a:solidFill>
                <a:latin typeface="DejaVu Sans"/>
                <a:ea typeface="DejaVu Sans"/>
                <a:cs typeface="DejaVu Sans"/>
              </a:defRPr>
            </a:lvl7pPr>
            <a:lvl8pPr>
              <a:defRPr sz="1800" b="0">
                <a:solidFill>
                  <a:srgbClr val="132D40"/>
                </a:solidFill>
                <a:latin typeface="DejaVu Sans"/>
                <a:ea typeface="DejaVu Sans"/>
                <a:cs typeface="DejaVu Sans"/>
              </a:defRPr>
            </a:lvl8pPr>
            <a:lvl9pPr>
              <a:defRPr sz="1800" b="0">
                <a:solidFill>
                  <a:srgbClr val="132D40"/>
                </a:solidFill>
                <a:latin typeface="DejaVu Sans"/>
                <a:ea typeface="DejaVu Sans"/>
                <a:cs typeface="DejaVu Sans"/>
              </a:defRPr>
            </a:lvl9pPr>
          </a:lstStyle>
          <a:p xmlns:a="http://schemas.openxmlformats.org/drawingml/2006/main">
            <a:pPr>
              <a:defRPr sz="1800" b="0">
                <a:solidFill>
                  <a:srgbClr val="132D40"/>
                </a:solidFill>
                <a:latin typeface="DejaVu Sans"/>
                <a:ea typeface="DejaVu Sans"/>
                <a:cs typeface="DejaVu Sans"/>
              </a:defRPr>
            </a:pPr>
            <a:r>
              <a:rPr sz="1800" b="0">
                <a:solidFill>
                  <a:srgbClr val="132D40"/>
                </a:solidFill>
                <a:latin typeface="DejaVu Sans"/>
                <a:ea typeface="DejaVu Sans"/>
                <a:cs typeface="DejaVu Sans"/>
              </a:rPr>
              <a:t>Success includes pass and distinction.</a:t>
            </a:r>
          </a:p>
          <a:p xmlns:a="http://schemas.openxmlformats.org/drawingml/2006/main">
            <a:r>
              <a:t/>
            </a:r>
          </a:p>
          <a:p xmlns:a="http://schemas.openxmlformats.org/drawingml/2006/main">
            <a:pPr>
              <a:defRPr sz="1800" b="0">
                <a:solidFill>
                  <a:srgbClr val="132D40"/>
                </a:solidFill>
                <a:latin typeface="DejaVu Sans"/>
                <a:ea typeface="DejaVu Sans"/>
                <a:cs typeface="DejaVu Sans"/>
              </a:defRPr>
            </a:pPr>
            <a:r>
              <a:rPr sz="1800" b="0">
                <a:solidFill>
                  <a:srgbClr val="132D40"/>
                </a:solidFill>
                <a:latin typeface="DejaVu Sans"/>
                <a:ea typeface="DejaVu Sans"/>
                <a:cs typeface="DejaVu Sans"/>
              </a:rPr>
              <a:t>The measured sample changes each week.</a:t>
            </a:r>
          </a:p>
          <a:p xmlns:a="http://schemas.openxmlformats.org/drawingml/2006/main">
            <a:r>
              <a:t/>
            </a:r>
          </a:p>
          <a:p xmlns:a="http://schemas.openxmlformats.org/drawingml/2006/main">
            <a:pPr>
              <a:defRPr sz="1800" b="0">
                <a:solidFill>
                  <a:srgbClr val="132D40"/>
                </a:solidFill>
                <a:latin typeface="DejaVu Sans"/>
                <a:ea typeface="DejaVu Sans"/>
                <a:cs typeface="DejaVu Sans"/>
              </a:defRPr>
            </a:pPr>
            <a:r>
              <a:rPr sz="1800" b="0">
                <a:solidFill>
                  <a:srgbClr val="132D40"/>
                </a:solidFill>
                <a:latin typeface="DejaVu Sans"/>
                <a:ea typeface="DejaVu Sans"/>
                <a:cs typeface="DejaVu Sans"/>
              </a:rPr>
              <a:t>The withdrawal line ends when eligible weeks cease.</a:t>
            </a:r>
          </a:p>
        </p:txBody>
      </p:sp>
    </p:spTree>
    <p:extLst>
      <p:ext uri="{BB962C8B-B14F-4D97-AF65-F5344CB8AC3E}">
        <p14:creationId xmlns:p14="http://schemas.microsoft.com/office/powerpoint/2010/main" val="204397783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2026-10-28T19:38:19.9950000Z</dcterms:created>
  <dcterms:modified xsi:type="dcterms:W3CDTF">2026-10-28T19:38:19.9950000Z</dcterms:modified>
</coreProperties>
</file>